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3"/>
  </p:notesMasterIdLst>
  <p:handoutMasterIdLst>
    <p:handoutMasterId r:id="rId14"/>
  </p:handoutMasterIdLst>
  <p:sldIdLst>
    <p:sldId id="292" r:id="rId5"/>
    <p:sldId id="310" r:id="rId6"/>
    <p:sldId id="309" r:id="rId7"/>
    <p:sldId id="311" r:id="rId8"/>
    <p:sldId id="313" r:id="rId9"/>
    <p:sldId id="314" r:id="rId10"/>
    <p:sldId id="316" r:id="rId11"/>
    <p:sldId id="315" r:id="rId12"/>
  </p:sldIdLst>
  <p:sldSz cx="12192000" cy="6858000"/>
  <p:notesSz cx="6858000" cy="9144000"/>
  <p:defaultTextStyle>
    <a:defPPr rtl="0">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5FBE70-58D8-4690-A6BC-5986331E7CA7}" v="29" dt="2026-05-20T22:38:50.263"/>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78" d="100"/>
          <a:sy n="78" d="100"/>
        </p:scale>
        <p:origin x="154" y="62"/>
      </p:cViewPr>
      <p:guideLst/>
    </p:cSldViewPr>
  </p:slideViewPr>
  <p:notesTextViewPr>
    <p:cViewPr>
      <p:scale>
        <a:sx n="1" d="1"/>
        <a:sy n="1" d="1"/>
      </p:scale>
      <p:origin x="0" y="0"/>
    </p:cViewPr>
  </p:notesTextViewPr>
  <p:notesViewPr>
    <p:cSldViewPr snapToGrid="0">
      <p:cViewPr varScale="1">
        <p:scale>
          <a:sx n="88" d="100"/>
          <a:sy n="88" d="100"/>
        </p:scale>
        <p:origin x="3822" y="6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n rebolledo" userId="531a79c1ebb3798b" providerId="LiveId" clId="{9E401D60-A07D-4238-9AF6-B7290915AE7F}"/>
    <pc:docChg chg="undo custSel addSld delSld modSld sldOrd">
      <pc:chgData name="karen rebolledo" userId="531a79c1ebb3798b" providerId="LiveId" clId="{9E401D60-A07D-4238-9AF6-B7290915AE7F}" dt="2026-05-20T22:39:50.836" v="824" actId="20577"/>
      <pc:docMkLst>
        <pc:docMk/>
      </pc:docMkLst>
      <pc:sldChg chg="modSp mod">
        <pc:chgData name="karen rebolledo" userId="531a79c1ebb3798b" providerId="LiveId" clId="{9E401D60-A07D-4238-9AF6-B7290915AE7F}" dt="2026-05-20T22:39:50.836" v="824" actId="20577"/>
        <pc:sldMkLst>
          <pc:docMk/>
          <pc:sldMk cId="2152082915" sldId="292"/>
        </pc:sldMkLst>
        <pc:spChg chg="mod">
          <ac:chgData name="karen rebolledo" userId="531a79c1ebb3798b" providerId="LiveId" clId="{9E401D60-A07D-4238-9AF6-B7290915AE7F}" dt="2026-05-20T22:39:50.836" v="824" actId="20577"/>
          <ac:spMkLst>
            <pc:docMk/>
            <pc:sldMk cId="2152082915" sldId="292"/>
            <ac:spMk id="3" creationId="{5C5BFB45-FC34-495C-9C68-F9641246C2EE}"/>
          </ac:spMkLst>
        </pc:spChg>
      </pc:sldChg>
      <pc:sldChg chg="addSp delSp modSp new mod">
        <pc:chgData name="karen rebolledo" userId="531a79c1ebb3798b" providerId="LiveId" clId="{9E401D60-A07D-4238-9AF6-B7290915AE7F}" dt="2026-05-20T22:34:44.685" v="679" actId="207"/>
        <pc:sldMkLst>
          <pc:docMk/>
          <pc:sldMk cId="178500927" sldId="314"/>
        </pc:sldMkLst>
        <pc:spChg chg="mod">
          <ac:chgData name="karen rebolledo" userId="531a79c1ebb3798b" providerId="LiveId" clId="{9E401D60-A07D-4238-9AF6-B7290915AE7F}" dt="2026-05-20T22:33:19.184" v="659" actId="14100"/>
          <ac:spMkLst>
            <pc:docMk/>
            <pc:sldMk cId="178500927" sldId="314"/>
            <ac:spMk id="2" creationId="{A3AD7EFE-1F01-ADCF-4DBE-01392ABFF75C}"/>
          </ac:spMkLst>
        </pc:spChg>
        <pc:spChg chg="add mod">
          <ac:chgData name="karen rebolledo" userId="531a79c1ebb3798b" providerId="LiveId" clId="{9E401D60-A07D-4238-9AF6-B7290915AE7F}" dt="2026-05-20T22:31:56.673" v="602" actId="1036"/>
          <ac:spMkLst>
            <pc:docMk/>
            <pc:sldMk cId="178500927" sldId="314"/>
            <ac:spMk id="3" creationId="{CEA0C43B-C1FF-6251-98F4-419D03FC2FF9}"/>
          </ac:spMkLst>
        </pc:spChg>
        <pc:spChg chg="add mod">
          <ac:chgData name="karen rebolledo" userId="531a79c1ebb3798b" providerId="LiveId" clId="{9E401D60-A07D-4238-9AF6-B7290915AE7F}" dt="2026-05-20T22:31:56.673" v="602" actId="1036"/>
          <ac:spMkLst>
            <pc:docMk/>
            <pc:sldMk cId="178500927" sldId="314"/>
            <ac:spMk id="4" creationId="{26B2676A-9979-20EF-EE60-3901F34C6F04}"/>
          </ac:spMkLst>
        </pc:spChg>
        <pc:spChg chg="add mod">
          <ac:chgData name="karen rebolledo" userId="531a79c1ebb3798b" providerId="LiveId" clId="{9E401D60-A07D-4238-9AF6-B7290915AE7F}" dt="2026-05-20T22:31:56.673" v="602" actId="1036"/>
          <ac:spMkLst>
            <pc:docMk/>
            <pc:sldMk cId="178500927" sldId="314"/>
            <ac:spMk id="5" creationId="{4661A8E6-A722-4DBF-033D-567FAD01FD0B}"/>
          </ac:spMkLst>
        </pc:spChg>
        <pc:spChg chg="add mod">
          <ac:chgData name="karen rebolledo" userId="531a79c1ebb3798b" providerId="LiveId" clId="{9E401D60-A07D-4238-9AF6-B7290915AE7F}" dt="2026-05-20T22:31:56.673" v="602" actId="1036"/>
          <ac:spMkLst>
            <pc:docMk/>
            <pc:sldMk cId="178500927" sldId="314"/>
            <ac:spMk id="6" creationId="{6330D3C8-A148-4050-A026-DF31557EE123}"/>
          </ac:spMkLst>
        </pc:spChg>
        <pc:spChg chg="add mod">
          <ac:chgData name="karen rebolledo" userId="531a79c1ebb3798b" providerId="LiveId" clId="{9E401D60-A07D-4238-9AF6-B7290915AE7F}" dt="2026-05-20T22:31:56.673" v="602" actId="1036"/>
          <ac:spMkLst>
            <pc:docMk/>
            <pc:sldMk cId="178500927" sldId="314"/>
            <ac:spMk id="7" creationId="{36FBBB1D-CB01-31CA-628B-216DB35E687C}"/>
          </ac:spMkLst>
        </pc:spChg>
        <pc:spChg chg="add mod">
          <ac:chgData name="karen rebolledo" userId="531a79c1ebb3798b" providerId="LiveId" clId="{9E401D60-A07D-4238-9AF6-B7290915AE7F}" dt="2026-05-20T22:31:56.673" v="602" actId="1036"/>
          <ac:spMkLst>
            <pc:docMk/>
            <pc:sldMk cId="178500927" sldId="314"/>
            <ac:spMk id="8" creationId="{3CBB0E42-CA3C-289A-6661-8F9ADC40A0EE}"/>
          </ac:spMkLst>
        </pc:spChg>
        <pc:spChg chg="add mod">
          <ac:chgData name="karen rebolledo" userId="531a79c1ebb3798b" providerId="LiveId" clId="{9E401D60-A07D-4238-9AF6-B7290915AE7F}" dt="2026-05-20T22:31:56.673" v="602" actId="1036"/>
          <ac:spMkLst>
            <pc:docMk/>
            <pc:sldMk cId="178500927" sldId="314"/>
            <ac:spMk id="9" creationId="{29048E7E-FC4C-2BC5-EC05-B47A3497EA43}"/>
          </ac:spMkLst>
        </pc:spChg>
        <pc:spChg chg="add mod">
          <ac:chgData name="karen rebolledo" userId="531a79c1ebb3798b" providerId="LiveId" clId="{9E401D60-A07D-4238-9AF6-B7290915AE7F}" dt="2026-05-20T22:31:56.673" v="602" actId="1036"/>
          <ac:spMkLst>
            <pc:docMk/>
            <pc:sldMk cId="178500927" sldId="314"/>
            <ac:spMk id="10" creationId="{00FB5404-B6C0-64A0-5B39-964D0227FE96}"/>
          </ac:spMkLst>
        </pc:spChg>
        <pc:spChg chg="add mod">
          <ac:chgData name="karen rebolledo" userId="531a79c1ebb3798b" providerId="LiveId" clId="{9E401D60-A07D-4238-9AF6-B7290915AE7F}" dt="2026-05-20T22:31:56.673" v="602" actId="1036"/>
          <ac:spMkLst>
            <pc:docMk/>
            <pc:sldMk cId="178500927" sldId="314"/>
            <ac:spMk id="11" creationId="{B18E55F6-BCAE-36B7-FDAD-D288FB3DFC3D}"/>
          </ac:spMkLst>
        </pc:spChg>
        <pc:spChg chg="add mod">
          <ac:chgData name="karen rebolledo" userId="531a79c1ebb3798b" providerId="LiveId" clId="{9E401D60-A07D-4238-9AF6-B7290915AE7F}" dt="2026-05-20T22:33:29.963" v="675" actId="1036"/>
          <ac:spMkLst>
            <pc:docMk/>
            <pc:sldMk cId="178500927" sldId="314"/>
            <ac:spMk id="12" creationId="{FD973892-F708-098E-FBE5-9B9597EC23B0}"/>
          </ac:spMkLst>
        </pc:spChg>
        <pc:spChg chg="add del mod">
          <ac:chgData name="karen rebolledo" userId="531a79c1ebb3798b" providerId="LiveId" clId="{9E401D60-A07D-4238-9AF6-B7290915AE7F}" dt="2026-05-20T22:14:12.998" v="164"/>
          <ac:spMkLst>
            <pc:docMk/>
            <pc:sldMk cId="178500927" sldId="314"/>
            <ac:spMk id="13" creationId="{35E884B2-FDB0-790A-A1A7-C638B00D1FE4}"/>
          </ac:spMkLst>
        </pc:spChg>
        <pc:spChg chg="add mod">
          <ac:chgData name="karen rebolledo" userId="531a79c1ebb3798b" providerId="LiveId" clId="{9E401D60-A07D-4238-9AF6-B7290915AE7F}" dt="2026-05-20T22:33:29.963" v="675" actId="1036"/>
          <ac:spMkLst>
            <pc:docMk/>
            <pc:sldMk cId="178500927" sldId="314"/>
            <ac:spMk id="14" creationId="{126E0D68-1FF3-2EA0-9F66-837F727C6402}"/>
          </ac:spMkLst>
        </pc:spChg>
        <pc:spChg chg="add mod">
          <ac:chgData name="karen rebolledo" userId="531a79c1ebb3798b" providerId="LiveId" clId="{9E401D60-A07D-4238-9AF6-B7290915AE7F}" dt="2026-05-20T22:33:29.963" v="675" actId="1036"/>
          <ac:spMkLst>
            <pc:docMk/>
            <pc:sldMk cId="178500927" sldId="314"/>
            <ac:spMk id="15" creationId="{E1BDA7DF-11BC-5C9D-0500-864F5179FE7B}"/>
          </ac:spMkLst>
        </pc:spChg>
        <pc:spChg chg="add mod">
          <ac:chgData name="karen rebolledo" userId="531a79c1ebb3798b" providerId="LiveId" clId="{9E401D60-A07D-4238-9AF6-B7290915AE7F}" dt="2026-05-20T22:33:29.963" v="675" actId="1036"/>
          <ac:spMkLst>
            <pc:docMk/>
            <pc:sldMk cId="178500927" sldId="314"/>
            <ac:spMk id="16" creationId="{655977B8-9A5D-B351-4506-79C055826818}"/>
          </ac:spMkLst>
        </pc:spChg>
        <pc:spChg chg="add mod">
          <ac:chgData name="karen rebolledo" userId="531a79c1ebb3798b" providerId="LiveId" clId="{9E401D60-A07D-4238-9AF6-B7290915AE7F}" dt="2026-05-20T22:33:29.963" v="675" actId="1036"/>
          <ac:spMkLst>
            <pc:docMk/>
            <pc:sldMk cId="178500927" sldId="314"/>
            <ac:spMk id="17" creationId="{BFF824C8-C558-CD37-24BC-9CC85E67ECE6}"/>
          </ac:spMkLst>
        </pc:spChg>
        <pc:spChg chg="add mod">
          <ac:chgData name="karen rebolledo" userId="531a79c1ebb3798b" providerId="LiveId" clId="{9E401D60-A07D-4238-9AF6-B7290915AE7F}" dt="2026-05-20T22:33:29.963" v="675" actId="1036"/>
          <ac:spMkLst>
            <pc:docMk/>
            <pc:sldMk cId="178500927" sldId="314"/>
            <ac:spMk id="18" creationId="{4BB2BA68-CC50-867C-56DB-4F43572890F2}"/>
          </ac:spMkLst>
        </pc:spChg>
        <pc:spChg chg="add mod">
          <ac:chgData name="karen rebolledo" userId="531a79c1ebb3798b" providerId="LiveId" clId="{9E401D60-A07D-4238-9AF6-B7290915AE7F}" dt="2026-05-20T22:33:29.963" v="675" actId="1036"/>
          <ac:spMkLst>
            <pc:docMk/>
            <pc:sldMk cId="178500927" sldId="314"/>
            <ac:spMk id="19" creationId="{C3D22CFC-5994-CEDD-7E73-3082476BBEDC}"/>
          </ac:spMkLst>
        </pc:spChg>
        <pc:spChg chg="add del mod">
          <ac:chgData name="karen rebolledo" userId="531a79c1ebb3798b" providerId="LiveId" clId="{9E401D60-A07D-4238-9AF6-B7290915AE7F}" dt="2026-05-20T22:29:42.069" v="544" actId="478"/>
          <ac:spMkLst>
            <pc:docMk/>
            <pc:sldMk cId="178500927" sldId="314"/>
            <ac:spMk id="20" creationId="{85A65233-C5AA-899B-1AAF-0F666C54BA73}"/>
          </ac:spMkLst>
        </pc:spChg>
        <pc:spChg chg="add del">
          <ac:chgData name="karen rebolledo" userId="531a79c1ebb3798b" providerId="LiveId" clId="{9E401D60-A07D-4238-9AF6-B7290915AE7F}" dt="2026-05-20T22:26:21.939" v="486" actId="11529"/>
          <ac:spMkLst>
            <pc:docMk/>
            <pc:sldMk cId="178500927" sldId="314"/>
            <ac:spMk id="21" creationId="{95E521E2-372A-D8EC-CB6B-F61BF688EBC6}"/>
          </ac:spMkLst>
        </pc:spChg>
        <pc:spChg chg="add del mod">
          <ac:chgData name="karen rebolledo" userId="531a79c1ebb3798b" providerId="LiveId" clId="{9E401D60-A07D-4238-9AF6-B7290915AE7F}" dt="2026-05-20T22:30:59.943" v="562" actId="478"/>
          <ac:spMkLst>
            <pc:docMk/>
            <pc:sldMk cId="178500927" sldId="314"/>
            <ac:spMk id="22" creationId="{50C29943-E25D-BF32-D651-45E405365D5F}"/>
          </ac:spMkLst>
        </pc:spChg>
        <pc:spChg chg="add mod">
          <ac:chgData name="karen rebolledo" userId="531a79c1ebb3798b" providerId="LiveId" clId="{9E401D60-A07D-4238-9AF6-B7290915AE7F}" dt="2026-05-20T22:34:44.685" v="679" actId="207"/>
          <ac:spMkLst>
            <pc:docMk/>
            <pc:sldMk cId="178500927" sldId="314"/>
            <ac:spMk id="23" creationId="{FC68DE57-C3F6-96B2-1369-22D7A53E76D7}"/>
          </ac:spMkLst>
        </pc:spChg>
      </pc:sldChg>
      <pc:sldChg chg="modSp del mod">
        <pc:chgData name="karen rebolledo" userId="531a79c1ebb3798b" providerId="LiveId" clId="{9E401D60-A07D-4238-9AF6-B7290915AE7F}" dt="2026-05-20T19:22:17.240" v="13" actId="47"/>
        <pc:sldMkLst>
          <pc:docMk/>
          <pc:sldMk cId="171335266" sldId="315"/>
        </pc:sldMkLst>
        <pc:spChg chg="mod">
          <ac:chgData name="karen rebolledo" userId="531a79c1ebb3798b" providerId="LiveId" clId="{9E401D60-A07D-4238-9AF6-B7290915AE7F}" dt="2026-05-20T19:22:01.403" v="12" actId="1076"/>
          <ac:spMkLst>
            <pc:docMk/>
            <pc:sldMk cId="171335266" sldId="315"/>
            <ac:spMk id="2" creationId="{3B53D2D2-BBC1-38F3-BEEA-CE3B88B3EC02}"/>
          </ac:spMkLst>
        </pc:spChg>
        <pc:graphicFrameChg chg="mod">
          <ac:chgData name="karen rebolledo" userId="531a79c1ebb3798b" providerId="LiveId" clId="{9E401D60-A07D-4238-9AF6-B7290915AE7F}" dt="2026-05-20T19:21:57.257" v="11" actId="1076"/>
          <ac:graphicFrameMkLst>
            <pc:docMk/>
            <pc:sldMk cId="171335266" sldId="315"/>
            <ac:graphicFrameMk id="6" creationId="{2F9877CC-3F2F-B8C7-4BFB-D29F8EABA254}"/>
          </ac:graphicFrameMkLst>
        </pc:graphicFrameChg>
      </pc:sldChg>
      <pc:sldChg chg="new del">
        <pc:chgData name="karen rebolledo" userId="531a79c1ebb3798b" providerId="LiveId" clId="{9E401D60-A07D-4238-9AF6-B7290915AE7F}" dt="2026-05-20T19:23:36.052" v="17" actId="47"/>
        <pc:sldMkLst>
          <pc:docMk/>
          <pc:sldMk cId="1107113361" sldId="315"/>
        </pc:sldMkLst>
      </pc:sldChg>
      <pc:sldChg chg="new del">
        <pc:chgData name="karen rebolledo" userId="531a79c1ebb3798b" providerId="LiveId" clId="{9E401D60-A07D-4238-9AF6-B7290915AE7F}" dt="2026-05-20T22:13:08.328" v="159" actId="47"/>
        <pc:sldMkLst>
          <pc:docMk/>
          <pc:sldMk cId="1232230847" sldId="315"/>
        </pc:sldMkLst>
      </pc:sldChg>
      <pc:sldChg chg="new del">
        <pc:chgData name="karen rebolledo" userId="531a79c1ebb3798b" providerId="LiveId" clId="{9E401D60-A07D-4238-9AF6-B7290915AE7F}" dt="2026-05-20T22:35:37.971" v="685" actId="47"/>
        <pc:sldMkLst>
          <pc:docMk/>
          <pc:sldMk cId="1457005714" sldId="315"/>
        </pc:sldMkLst>
      </pc:sldChg>
      <pc:sldChg chg="modSp new mod ord">
        <pc:chgData name="karen rebolledo" userId="531a79c1ebb3798b" providerId="LiveId" clId="{9E401D60-A07D-4238-9AF6-B7290915AE7F}" dt="2026-05-20T22:37:05.593" v="763" actId="20577"/>
        <pc:sldMkLst>
          <pc:docMk/>
          <pc:sldMk cId="2576025187" sldId="315"/>
        </pc:sldMkLst>
        <pc:spChg chg="mod">
          <ac:chgData name="karen rebolledo" userId="531a79c1ebb3798b" providerId="LiveId" clId="{9E401D60-A07D-4238-9AF6-B7290915AE7F}" dt="2026-05-20T22:37:05.593" v="763" actId="20577"/>
          <ac:spMkLst>
            <pc:docMk/>
            <pc:sldMk cId="2576025187" sldId="315"/>
            <ac:spMk id="2" creationId="{3F6D7DB9-B79E-46F5-553B-A1A82460E121}"/>
          </ac:spMkLst>
        </pc:spChg>
      </pc:sldChg>
      <pc:sldChg chg="modSp new del mod">
        <pc:chgData name="karen rebolledo" userId="531a79c1ebb3798b" providerId="LiveId" clId="{9E401D60-A07D-4238-9AF6-B7290915AE7F}" dt="2026-05-20T22:36:35.391" v="738" actId="47"/>
        <pc:sldMkLst>
          <pc:docMk/>
          <pc:sldMk cId="930655638" sldId="316"/>
        </pc:sldMkLst>
        <pc:spChg chg="mod">
          <ac:chgData name="karen rebolledo" userId="531a79c1ebb3798b" providerId="LiveId" clId="{9E401D60-A07D-4238-9AF6-B7290915AE7F}" dt="2026-05-20T22:36:30.703" v="735" actId="1076"/>
          <ac:spMkLst>
            <pc:docMk/>
            <pc:sldMk cId="930655638" sldId="316"/>
            <ac:spMk id="2" creationId="{738B9F9B-C3DC-0F3C-C5FA-746A241EF445}"/>
          </ac:spMkLst>
        </pc:spChg>
        <pc:spChg chg="mod">
          <ac:chgData name="karen rebolledo" userId="531a79c1ebb3798b" providerId="LiveId" clId="{9E401D60-A07D-4238-9AF6-B7290915AE7F}" dt="2026-05-20T22:36:31.738" v="737" actId="20577"/>
          <ac:spMkLst>
            <pc:docMk/>
            <pc:sldMk cId="930655638" sldId="316"/>
            <ac:spMk id="3" creationId="{52ADB0A1-3445-B6C2-E260-4D4D109FBD62}"/>
          </ac:spMkLst>
        </pc:spChg>
        <pc:spChg chg="mod">
          <ac:chgData name="karen rebolledo" userId="531a79c1ebb3798b" providerId="LiveId" clId="{9E401D60-A07D-4238-9AF6-B7290915AE7F}" dt="2026-05-20T22:36:31.166" v="736" actId="20577"/>
          <ac:spMkLst>
            <pc:docMk/>
            <pc:sldMk cId="930655638" sldId="316"/>
            <ac:spMk id="5" creationId="{1D2394D2-F31E-D1EF-D12C-E13DBA863AAC}"/>
          </ac:spMkLst>
        </pc:spChg>
      </pc:sldChg>
      <pc:sldChg chg="new del">
        <pc:chgData name="karen rebolledo" userId="531a79c1ebb3798b" providerId="LiveId" clId="{9E401D60-A07D-4238-9AF6-B7290915AE7F}" dt="2026-05-20T22:34:56.040" v="680" actId="47"/>
        <pc:sldMkLst>
          <pc:docMk/>
          <pc:sldMk cId="1567532458" sldId="316"/>
        </pc:sldMkLst>
      </pc:sldChg>
      <pc:sldChg chg="new del">
        <pc:chgData name="karen rebolledo" userId="531a79c1ebb3798b" providerId="LiveId" clId="{9E401D60-A07D-4238-9AF6-B7290915AE7F}" dt="2026-05-20T22:35:17.372" v="683" actId="47"/>
        <pc:sldMkLst>
          <pc:docMk/>
          <pc:sldMk cId="3309507937" sldId="316"/>
        </pc:sldMkLst>
      </pc:sldChg>
      <pc:sldChg chg="modSp new mod">
        <pc:chgData name="karen rebolledo" userId="531a79c1ebb3798b" providerId="LiveId" clId="{9E401D60-A07D-4238-9AF6-B7290915AE7F}" dt="2026-05-20T22:36:55.664" v="751" actId="20577"/>
        <pc:sldMkLst>
          <pc:docMk/>
          <pc:sldMk cId="3312754624" sldId="316"/>
        </pc:sldMkLst>
        <pc:spChg chg="mod">
          <ac:chgData name="karen rebolledo" userId="531a79c1ebb3798b" providerId="LiveId" clId="{9E401D60-A07D-4238-9AF6-B7290915AE7F}" dt="2026-05-20T22:36:55.664" v="751" actId="20577"/>
          <ac:spMkLst>
            <pc:docMk/>
            <pc:sldMk cId="3312754624" sldId="316"/>
            <ac:spMk id="2" creationId="{61CE9D92-DA71-4D12-B3BE-C47E72C9D15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509919-36B5-4162-8899-417A9F93473B}" type="doc">
      <dgm:prSet loTypeId="urn:microsoft.com/office/officeart/2016/7/layout/LinearBlockProcessNumbered#1" loCatId="process" qsTypeId="urn:microsoft.com/office/officeart/2005/8/quickstyle/simple2" qsCatId="simple" csTypeId="urn:microsoft.com/office/officeart/2005/8/colors/accent0_3" csCatId="mainScheme" phldr="1"/>
      <dgm:spPr/>
      <dgm:t>
        <a:bodyPr rtlCol="0"/>
        <a:lstStyle/>
        <a:p>
          <a:pPr rtl="0"/>
          <a:endParaRPr lang="en-US"/>
        </a:p>
      </dgm:t>
    </dgm:pt>
    <dgm:pt modelId="{AAF9DEE3-8444-4CA1-8BC2-D834D3ED6C74}">
      <dgm:prSet/>
      <dgm:spPr/>
      <dgm:t>
        <a:bodyPr rtlCol="0"/>
        <a:lstStyle/>
        <a:p>
          <a:pPr rtl="0"/>
          <a:r>
            <a:rPr lang="es-ES" noProof="0" dirty="0">
              <a:latin typeface="Times New Roman" panose="02020603050405020304" pitchFamily="18" charset="0"/>
              <a:cs typeface="Times New Roman" panose="02020603050405020304" pitchFamily="18" charset="0"/>
            </a:rPr>
            <a:t>Análisis del caso 86. </a:t>
          </a:r>
        </a:p>
      </dgm:t>
    </dgm:pt>
    <dgm:pt modelId="{205BDF49-153E-4CE8-8402-E23704595764}" type="parTrans" cxnId="{0A7DA706-17DD-412A-8BE0-4F6529274E66}">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23210C7F-6847-491E-BE1F-A79529AF2B8B}" type="sibTrans" cxnId="{0A7DA706-17DD-412A-8BE0-4F6529274E66}">
      <dgm:prSet phldrT="01" phldr="0"/>
      <dgm:spPr/>
      <dgm:t>
        <a:bodyPr rtlCol="0"/>
        <a:lstStyle/>
        <a:p>
          <a:pPr rtl="0"/>
          <a:r>
            <a:rPr lang="es-ES" noProof="0">
              <a:latin typeface="Times New Roman" panose="02020603050405020304" pitchFamily="18" charset="0"/>
              <a:cs typeface="Times New Roman" panose="02020603050405020304" pitchFamily="18" charset="0"/>
            </a:rPr>
            <a:t>01</a:t>
          </a:r>
          <a:endParaRPr lang="es-ES" noProof="0" dirty="0">
            <a:latin typeface="Times New Roman" panose="02020603050405020304" pitchFamily="18" charset="0"/>
            <a:cs typeface="Times New Roman" panose="02020603050405020304" pitchFamily="18" charset="0"/>
          </a:endParaRPr>
        </a:p>
      </dgm:t>
    </dgm:pt>
    <dgm:pt modelId="{B2B879BD-3840-400C-92BD-B2C2383358D7}">
      <dgm:prSet/>
      <dgm:spPr/>
      <dgm:t>
        <a:bodyPr rtlCol="0"/>
        <a:lstStyle/>
        <a:p>
          <a:pPr rtl="0"/>
          <a:r>
            <a:rPr lang="es-ES" noProof="0" dirty="0">
              <a:latin typeface="Times New Roman" panose="02020603050405020304" pitchFamily="18" charset="0"/>
              <a:cs typeface="Times New Roman" panose="02020603050405020304" pitchFamily="18" charset="0"/>
            </a:rPr>
            <a:t>Descripción del esquema - Planificación.</a:t>
          </a:r>
        </a:p>
      </dgm:t>
    </dgm:pt>
    <dgm:pt modelId="{09440D86-F3E6-4A3C-9E78-1AFC56348641}" type="parTrans" cxnId="{42CDCACA-F394-4044-BBF6-522A0005ABCB}">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FBAA44FF-54DE-45C8-9FAC-512C40277233}" type="sibTrans" cxnId="{42CDCACA-F394-4044-BBF6-522A0005ABCB}">
      <dgm:prSet phldrT="02" phldr="0"/>
      <dgm:spPr/>
      <dgm:t>
        <a:bodyPr rtlCol="0"/>
        <a:lstStyle/>
        <a:p>
          <a:pPr rtl="0"/>
          <a:r>
            <a:rPr lang="es-ES" noProof="0">
              <a:latin typeface="Times New Roman" panose="02020603050405020304" pitchFamily="18" charset="0"/>
              <a:cs typeface="Times New Roman" panose="02020603050405020304" pitchFamily="18" charset="0"/>
            </a:rPr>
            <a:t>02</a:t>
          </a:r>
          <a:endParaRPr lang="es-ES" noProof="0" dirty="0">
            <a:latin typeface="Times New Roman" panose="02020603050405020304" pitchFamily="18" charset="0"/>
            <a:cs typeface="Times New Roman" panose="02020603050405020304" pitchFamily="18" charset="0"/>
          </a:endParaRPr>
        </a:p>
      </dgm:t>
    </dgm:pt>
    <dgm:pt modelId="{CA9D674E-4FF1-45DC-82E4-0B2DB6A5363F}">
      <dgm:prSet/>
      <dgm:spPr/>
      <dgm:t>
        <a:bodyPr rtlCol="0"/>
        <a:lstStyle/>
        <a:p>
          <a:pPr rtl="0"/>
          <a:r>
            <a:rPr lang="es-ES" noProof="0" dirty="0">
              <a:latin typeface="Times New Roman" panose="02020603050405020304" pitchFamily="18" charset="0"/>
              <a:cs typeface="Times New Roman" panose="02020603050405020304" pitchFamily="18" charset="0"/>
            </a:rPr>
            <a:t>Puntos de análisis del SII.</a:t>
          </a:r>
        </a:p>
      </dgm:t>
    </dgm:pt>
    <dgm:pt modelId="{F1F10F9B-925A-4787-9D00-91106497A02E}" type="parTrans" cxnId="{C5BD0B3A-2D82-4EC1-9975-05076C4418DA}">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196DA4DC-9DD2-4A39-8A3A-D367BFE5A8BA}" type="sibTrans" cxnId="{C5BD0B3A-2D82-4EC1-9975-05076C4418DA}">
      <dgm:prSet phldrT="03" phldr="0"/>
      <dgm:spPr/>
      <dgm:t>
        <a:bodyPr rtlCol="0"/>
        <a:lstStyle/>
        <a:p>
          <a:pPr rtl="0"/>
          <a:r>
            <a:rPr lang="es-ES" noProof="0">
              <a:latin typeface="Times New Roman" panose="02020603050405020304" pitchFamily="18" charset="0"/>
              <a:cs typeface="Times New Roman" panose="02020603050405020304" pitchFamily="18" charset="0"/>
            </a:rPr>
            <a:t>03</a:t>
          </a:r>
          <a:endParaRPr lang="es-ES" noProof="0" dirty="0">
            <a:latin typeface="Times New Roman" panose="02020603050405020304" pitchFamily="18" charset="0"/>
            <a:cs typeface="Times New Roman" panose="02020603050405020304" pitchFamily="18" charset="0"/>
          </a:endParaRPr>
        </a:p>
      </dgm:t>
    </dgm:pt>
    <dgm:pt modelId="{20C66DEE-0A0A-4714-A617-5693CE2A8894}">
      <dgm:prSet/>
      <dgm:spPr/>
      <dgm:t>
        <a:bodyPr/>
        <a:lstStyle/>
        <a:p>
          <a:r>
            <a:rPr lang="es-CL" dirty="0"/>
            <a:t>Alternativa</a:t>
          </a:r>
        </a:p>
      </dgm:t>
    </dgm:pt>
    <dgm:pt modelId="{BACD644E-ACD6-4297-92E6-D3417236BF6B}" type="parTrans" cxnId="{28118C27-4622-4779-B351-F4AFD021FC68}">
      <dgm:prSet/>
      <dgm:spPr/>
      <dgm:t>
        <a:bodyPr/>
        <a:lstStyle/>
        <a:p>
          <a:endParaRPr lang="es-CL"/>
        </a:p>
      </dgm:t>
    </dgm:pt>
    <dgm:pt modelId="{6EB3974C-833C-4E9F-B1CC-A590A041267A}" type="sibTrans" cxnId="{28118C27-4622-4779-B351-F4AFD021FC68}">
      <dgm:prSet phldrT="04" phldr="0"/>
      <dgm:spPr/>
      <dgm:t>
        <a:bodyPr/>
        <a:lstStyle/>
        <a:p>
          <a:r>
            <a:rPr lang="es-CL"/>
            <a:t>04</a:t>
          </a:r>
        </a:p>
      </dgm:t>
    </dgm:pt>
    <dgm:pt modelId="{71EBB8D3-DA36-4FEA-A5AF-FD053509F985}">
      <dgm:prSet/>
      <dgm:spPr/>
      <dgm:t>
        <a:bodyPr/>
        <a:lstStyle/>
        <a:p>
          <a:r>
            <a:rPr lang="es-CL" dirty="0"/>
            <a:t>Conclusión</a:t>
          </a:r>
        </a:p>
      </dgm:t>
    </dgm:pt>
    <dgm:pt modelId="{80341FAF-DC34-4796-93F3-561FAF0C1C52}" type="parTrans" cxnId="{4492C26E-9D5F-48CC-A277-AEFB66071E53}">
      <dgm:prSet/>
      <dgm:spPr/>
      <dgm:t>
        <a:bodyPr/>
        <a:lstStyle/>
        <a:p>
          <a:endParaRPr lang="es-CL"/>
        </a:p>
      </dgm:t>
    </dgm:pt>
    <dgm:pt modelId="{4444E0C9-4811-40E8-BD37-5DC1084DBDE4}" type="sibTrans" cxnId="{4492C26E-9D5F-48CC-A277-AEFB66071E53}">
      <dgm:prSet phldrT="05" phldr="0"/>
      <dgm:spPr/>
      <dgm:t>
        <a:bodyPr/>
        <a:lstStyle/>
        <a:p>
          <a:r>
            <a:rPr lang="es-CL"/>
            <a:t>05</a:t>
          </a:r>
        </a:p>
      </dgm:t>
    </dgm:pt>
    <dgm:pt modelId="{09F899AB-70CA-46DA-8F8C-58514A9FEF67}" type="pres">
      <dgm:prSet presAssocID="{15509919-36B5-4162-8899-417A9F93473B}" presName="Name0" presStyleCnt="0">
        <dgm:presLayoutVars>
          <dgm:animLvl val="lvl"/>
          <dgm:resizeHandles val="exact"/>
        </dgm:presLayoutVars>
      </dgm:prSet>
      <dgm:spPr/>
    </dgm:pt>
    <dgm:pt modelId="{9E708B2C-9056-43B8-820C-8D4D2D591614}" type="pres">
      <dgm:prSet presAssocID="{AAF9DEE3-8444-4CA1-8BC2-D834D3ED6C74}" presName="compositeNode" presStyleCnt="0">
        <dgm:presLayoutVars>
          <dgm:bulletEnabled val="1"/>
        </dgm:presLayoutVars>
      </dgm:prSet>
      <dgm:spPr/>
    </dgm:pt>
    <dgm:pt modelId="{F4992080-7D4E-4F2B-B608-170DDBB6006A}" type="pres">
      <dgm:prSet presAssocID="{AAF9DEE3-8444-4CA1-8BC2-D834D3ED6C74}" presName="bgRect" presStyleLbl="alignNode1" presStyleIdx="0" presStyleCnt="5"/>
      <dgm:spPr/>
    </dgm:pt>
    <dgm:pt modelId="{15536E38-36FE-4A51-B620-2715BFAD5475}" type="pres">
      <dgm:prSet presAssocID="{23210C7F-6847-491E-BE1F-A79529AF2B8B}" presName="sibTransNodeRect" presStyleLbl="alignNode1" presStyleIdx="0" presStyleCnt="5">
        <dgm:presLayoutVars>
          <dgm:chMax val="0"/>
          <dgm:bulletEnabled val="1"/>
        </dgm:presLayoutVars>
      </dgm:prSet>
      <dgm:spPr/>
    </dgm:pt>
    <dgm:pt modelId="{B158057C-23C1-45AE-9273-5935A8F6104B}" type="pres">
      <dgm:prSet presAssocID="{AAF9DEE3-8444-4CA1-8BC2-D834D3ED6C74}" presName="nodeRect" presStyleLbl="alignNode1" presStyleIdx="0" presStyleCnt="5">
        <dgm:presLayoutVars>
          <dgm:bulletEnabled val="1"/>
        </dgm:presLayoutVars>
      </dgm:prSet>
      <dgm:spPr/>
    </dgm:pt>
    <dgm:pt modelId="{5D52B8B6-958E-480C-9455-911A104C8C73}" type="pres">
      <dgm:prSet presAssocID="{23210C7F-6847-491E-BE1F-A79529AF2B8B}" presName="sibTrans" presStyleCnt="0"/>
      <dgm:spPr/>
    </dgm:pt>
    <dgm:pt modelId="{070CFBFA-AE62-406D-B2E3-4A871FE3EC95}" type="pres">
      <dgm:prSet presAssocID="{B2B879BD-3840-400C-92BD-B2C2383358D7}" presName="compositeNode" presStyleCnt="0">
        <dgm:presLayoutVars>
          <dgm:bulletEnabled val="1"/>
        </dgm:presLayoutVars>
      </dgm:prSet>
      <dgm:spPr/>
    </dgm:pt>
    <dgm:pt modelId="{89A9B4CF-6439-46B1-B6A9-1D6CD5034774}" type="pres">
      <dgm:prSet presAssocID="{B2B879BD-3840-400C-92BD-B2C2383358D7}" presName="bgRect" presStyleLbl="alignNode1" presStyleIdx="1" presStyleCnt="5"/>
      <dgm:spPr/>
    </dgm:pt>
    <dgm:pt modelId="{379B8CE4-8135-4F2C-A5A0-E55EBE328E9A}" type="pres">
      <dgm:prSet presAssocID="{FBAA44FF-54DE-45C8-9FAC-512C40277233}" presName="sibTransNodeRect" presStyleLbl="alignNode1" presStyleIdx="1" presStyleCnt="5">
        <dgm:presLayoutVars>
          <dgm:chMax val="0"/>
          <dgm:bulletEnabled val="1"/>
        </dgm:presLayoutVars>
      </dgm:prSet>
      <dgm:spPr/>
    </dgm:pt>
    <dgm:pt modelId="{9F2B2B99-E41C-48B6-9241-186B3896CDB2}" type="pres">
      <dgm:prSet presAssocID="{B2B879BD-3840-400C-92BD-B2C2383358D7}" presName="nodeRect" presStyleLbl="alignNode1" presStyleIdx="1" presStyleCnt="5">
        <dgm:presLayoutVars>
          <dgm:bulletEnabled val="1"/>
        </dgm:presLayoutVars>
      </dgm:prSet>
      <dgm:spPr/>
    </dgm:pt>
    <dgm:pt modelId="{88CC7DDE-DA0F-42A6-8406-A11161BD6BA9}" type="pres">
      <dgm:prSet presAssocID="{FBAA44FF-54DE-45C8-9FAC-512C40277233}" presName="sibTrans" presStyleCnt="0"/>
      <dgm:spPr/>
    </dgm:pt>
    <dgm:pt modelId="{4C550E1C-ACB2-4A5D-BD4A-3D5D60E405E6}" type="pres">
      <dgm:prSet presAssocID="{CA9D674E-4FF1-45DC-82E4-0B2DB6A5363F}" presName="compositeNode" presStyleCnt="0">
        <dgm:presLayoutVars>
          <dgm:bulletEnabled val="1"/>
        </dgm:presLayoutVars>
      </dgm:prSet>
      <dgm:spPr/>
    </dgm:pt>
    <dgm:pt modelId="{0802B4A8-7224-4B0A-95B7-D17AEB2B2AFF}" type="pres">
      <dgm:prSet presAssocID="{CA9D674E-4FF1-45DC-82E4-0B2DB6A5363F}" presName="bgRect" presStyleLbl="alignNode1" presStyleIdx="2" presStyleCnt="5"/>
      <dgm:spPr/>
    </dgm:pt>
    <dgm:pt modelId="{68AC9669-DC11-473A-AA2E-579A44E78C37}" type="pres">
      <dgm:prSet presAssocID="{196DA4DC-9DD2-4A39-8A3A-D367BFE5A8BA}" presName="sibTransNodeRect" presStyleLbl="alignNode1" presStyleIdx="2" presStyleCnt="5">
        <dgm:presLayoutVars>
          <dgm:chMax val="0"/>
          <dgm:bulletEnabled val="1"/>
        </dgm:presLayoutVars>
      </dgm:prSet>
      <dgm:spPr/>
    </dgm:pt>
    <dgm:pt modelId="{D085015A-41AF-4EFA-A104-4FD73B2362F0}" type="pres">
      <dgm:prSet presAssocID="{CA9D674E-4FF1-45DC-82E4-0B2DB6A5363F}" presName="nodeRect" presStyleLbl="alignNode1" presStyleIdx="2" presStyleCnt="5">
        <dgm:presLayoutVars>
          <dgm:bulletEnabled val="1"/>
        </dgm:presLayoutVars>
      </dgm:prSet>
      <dgm:spPr/>
    </dgm:pt>
    <dgm:pt modelId="{BD69CE1A-9551-44F3-A9B2-C12A385DC370}" type="pres">
      <dgm:prSet presAssocID="{196DA4DC-9DD2-4A39-8A3A-D367BFE5A8BA}" presName="sibTrans" presStyleCnt="0"/>
      <dgm:spPr/>
    </dgm:pt>
    <dgm:pt modelId="{9FD53C0E-25AD-4D41-913E-577F53C1D8A5}" type="pres">
      <dgm:prSet presAssocID="{20C66DEE-0A0A-4714-A617-5693CE2A8894}" presName="compositeNode" presStyleCnt="0">
        <dgm:presLayoutVars>
          <dgm:bulletEnabled val="1"/>
        </dgm:presLayoutVars>
      </dgm:prSet>
      <dgm:spPr/>
    </dgm:pt>
    <dgm:pt modelId="{A57ABCFD-08B2-43E8-9263-5BF662BE8673}" type="pres">
      <dgm:prSet presAssocID="{20C66DEE-0A0A-4714-A617-5693CE2A8894}" presName="bgRect" presStyleLbl="alignNode1" presStyleIdx="3" presStyleCnt="5"/>
      <dgm:spPr/>
    </dgm:pt>
    <dgm:pt modelId="{7E9D3601-9C0E-4715-AC62-CC93C6A4EC55}" type="pres">
      <dgm:prSet presAssocID="{6EB3974C-833C-4E9F-B1CC-A590A041267A}" presName="sibTransNodeRect" presStyleLbl="alignNode1" presStyleIdx="3" presStyleCnt="5">
        <dgm:presLayoutVars>
          <dgm:chMax val="0"/>
          <dgm:bulletEnabled val="1"/>
        </dgm:presLayoutVars>
      </dgm:prSet>
      <dgm:spPr/>
    </dgm:pt>
    <dgm:pt modelId="{4800795B-63B2-40CD-8C23-4C2E1816F2A7}" type="pres">
      <dgm:prSet presAssocID="{20C66DEE-0A0A-4714-A617-5693CE2A8894}" presName="nodeRect" presStyleLbl="alignNode1" presStyleIdx="3" presStyleCnt="5">
        <dgm:presLayoutVars>
          <dgm:bulletEnabled val="1"/>
        </dgm:presLayoutVars>
      </dgm:prSet>
      <dgm:spPr/>
    </dgm:pt>
    <dgm:pt modelId="{9D412F4B-2F45-4750-ACEC-418CB9440CED}" type="pres">
      <dgm:prSet presAssocID="{6EB3974C-833C-4E9F-B1CC-A590A041267A}" presName="sibTrans" presStyleCnt="0"/>
      <dgm:spPr/>
    </dgm:pt>
    <dgm:pt modelId="{980867B7-9915-4522-AF2D-7B717148C3A6}" type="pres">
      <dgm:prSet presAssocID="{71EBB8D3-DA36-4FEA-A5AF-FD053509F985}" presName="compositeNode" presStyleCnt="0">
        <dgm:presLayoutVars>
          <dgm:bulletEnabled val="1"/>
        </dgm:presLayoutVars>
      </dgm:prSet>
      <dgm:spPr/>
    </dgm:pt>
    <dgm:pt modelId="{ED31E7A1-C2A9-4438-AAAD-0A91D3D2F309}" type="pres">
      <dgm:prSet presAssocID="{71EBB8D3-DA36-4FEA-A5AF-FD053509F985}" presName="bgRect" presStyleLbl="alignNode1" presStyleIdx="4" presStyleCnt="5"/>
      <dgm:spPr/>
    </dgm:pt>
    <dgm:pt modelId="{62B7002B-7A02-4238-B878-C0280F3642D7}" type="pres">
      <dgm:prSet presAssocID="{4444E0C9-4811-40E8-BD37-5DC1084DBDE4}" presName="sibTransNodeRect" presStyleLbl="alignNode1" presStyleIdx="4" presStyleCnt="5">
        <dgm:presLayoutVars>
          <dgm:chMax val="0"/>
          <dgm:bulletEnabled val="1"/>
        </dgm:presLayoutVars>
      </dgm:prSet>
      <dgm:spPr/>
    </dgm:pt>
    <dgm:pt modelId="{DAB0F693-0515-42FD-9282-2A7729CDAD61}" type="pres">
      <dgm:prSet presAssocID="{71EBB8D3-DA36-4FEA-A5AF-FD053509F985}" presName="nodeRect" presStyleLbl="alignNode1" presStyleIdx="4" presStyleCnt="5">
        <dgm:presLayoutVars>
          <dgm:bulletEnabled val="1"/>
        </dgm:presLayoutVars>
      </dgm:prSet>
      <dgm:spPr/>
    </dgm:pt>
  </dgm:ptLst>
  <dgm:cxnLst>
    <dgm:cxn modelId="{0A7DA706-17DD-412A-8BE0-4F6529274E66}" srcId="{15509919-36B5-4162-8899-417A9F93473B}" destId="{AAF9DEE3-8444-4CA1-8BC2-D834D3ED6C74}" srcOrd="0" destOrd="0" parTransId="{205BDF49-153E-4CE8-8402-E23704595764}" sibTransId="{23210C7F-6847-491E-BE1F-A79529AF2B8B}"/>
    <dgm:cxn modelId="{C370F322-D9CF-4CC5-81A4-86F9D1F1756B}" type="presOf" srcId="{71EBB8D3-DA36-4FEA-A5AF-FD053509F985}" destId="{DAB0F693-0515-42FD-9282-2A7729CDAD61}" srcOrd="1" destOrd="0" presId="urn:microsoft.com/office/officeart/2016/7/layout/LinearBlockProcessNumbered#1"/>
    <dgm:cxn modelId="{28118C27-4622-4779-B351-F4AFD021FC68}" srcId="{15509919-36B5-4162-8899-417A9F93473B}" destId="{20C66DEE-0A0A-4714-A617-5693CE2A8894}" srcOrd="3" destOrd="0" parTransId="{BACD644E-ACD6-4297-92E6-D3417236BF6B}" sibTransId="{6EB3974C-833C-4E9F-B1CC-A590A041267A}"/>
    <dgm:cxn modelId="{089F102D-1FBC-4CBD-8D7A-617FDE7E9A87}" type="presOf" srcId="{20C66DEE-0A0A-4714-A617-5693CE2A8894}" destId="{A57ABCFD-08B2-43E8-9263-5BF662BE8673}" srcOrd="0" destOrd="0" presId="urn:microsoft.com/office/officeart/2016/7/layout/LinearBlockProcessNumbered#1"/>
    <dgm:cxn modelId="{C5BD0B3A-2D82-4EC1-9975-05076C4418DA}" srcId="{15509919-36B5-4162-8899-417A9F93473B}" destId="{CA9D674E-4FF1-45DC-82E4-0B2DB6A5363F}" srcOrd="2" destOrd="0" parTransId="{F1F10F9B-925A-4787-9D00-91106497A02E}" sibTransId="{196DA4DC-9DD2-4A39-8A3A-D367BFE5A8BA}"/>
    <dgm:cxn modelId="{F08E7E5C-0406-48B7-95DF-D6C3768ACDEC}" type="presOf" srcId="{71EBB8D3-DA36-4FEA-A5AF-FD053509F985}" destId="{ED31E7A1-C2A9-4438-AAAD-0A91D3D2F309}" srcOrd="0" destOrd="0" presId="urn:microsoft.com/office/officeart/2016/7/layout/LinearBlockProcessNumbered#1"/>
    <dgm:cxn modelId="{A1561842-C5DF-43CD-A906-419C03B053CE}" type="presOf" srcId="{FBAA44FF-54DE-45C8-9FAC-512C40277233}" destId="{379B8CE4-8135-4F2C-A5A0-E55EBE328E9A}" srcOrd="0" destOrd="0" presId="urn:microsoft.com/office/officeart/2016/7/layout/LinearBlockProcessNumbered#1"/>
    <dgm:cxn modelId="{84FCB14A-DD95-4C90-BB9E-309AA22F6AD6}" type="presOf" srcId="{6EB3974C-833C-4E9F-B1CC-A590A041267A}" destId="{7E9D3601-9C0E-4715-AC62-CC93C6A4EC55}" srcOrd="0" destOrd="0" presId="urn:microsoft.com/office/officeart/2016/7/layout/LinearBlockProcessNumbered#1"/>
    <dgm:cxn modelId="{4492C26E-9D5F-48CC-A277-AEFB66071E53}" srcId="{15509919-36B5-4162-8899-417A9F93473B}" destId="{71EBB8D3-DA36-4FEA-A5AF-FD053509F985}" srcOrd="4" destOrd="0" parTransId="{80341FAF-DC34-4796-93F3-561FAF0C1C52}" sibTransId="{4444E0C9-4811-40E8-BD37-5DC1084DBDE4}"/>
    <dgm:cxn modelId="{F31FBF58-F1BA-41AF-93F3-99F87ADFAD64}" type="presOf" srcId="{20C66DEE-0A0A-4714-A617-5693CE2A8894}" destId="{4800795B-63B2-40CD-8C23-4C2E1816F2A7}" srcOrd="1" destOrd="0" presId="urn:microsoft.com/office/officeart/2016/7/layout/LinearBlockProcessNumbered#1"/>
    <dgm:cxn modelId="{9FB72480-7268-41BF-9B42-A9F314244CE9}" type="presOf" srcId="{CA9D674E-4FF1-45DC-82E4-0B2DB6A5363F}" destId="{0802B4A8-7224-4B0A-95B7-D17AEB2B2AFF}" srcOrd="0" destOrd="0" presId="urn:microsoft.com/office/officeart/2016/7/layout/LinearBlockProcessNumbered#1"/>
    <dgm:cxn modelId="{971EA685-EA65-43F1-9867-E859F7564549}" type="presOf" srcId="{AAF9DEE3-8444-4CA1-8BC2-D834D3ED6C74}" destId="{F4992080-7D4E-4F2B-B608-170DDBB6006A}" srcOrd="0" destOrd="0" presId="urn:microsoft.com/office/officeart/2016/7/layout/LinearBlockProcessNumbered#1"/>
    <dgm:cxn modelId="{015E248C-E380-427A-80C1-5DA1A2470522}" type="presOf" srcId="{196DA4DC-9DD2-4A39-8A3A-D367BFE5A8BA}" destId="{68AC9669-DC11-473A-AA2E-579A44E78C37}" srcOrd="0" destOrd="0" presId="urn:microsoft.com/office/officeart/2016/7/layout/LinearBlockProcessNumbered#1"/>
    <dgm:cxn modelId="{A994A88C-D0E9-4A00-895E-1FBD6E311B1B}" type="presOf" srcId="{B2B879BD-3840-400C-92BD-B2C2383358D7}" destId="{89A9B4CF-6439-46B1-B6A9-1D6CD5034774}" srcOrd="0" destOrd="0" presId="urn:microsoft.com/office/officeart/2016/7/layout/LinearBlockProcessNumbered#1"/>
    <dgm:cxn modelId="{73A2828E-F44D-4482-B1E8-E6554108C5B1}" type="presOf" srcId="{15509919-36B5-4162-8899-417A9F93473B}" destId="{09F899AB-70CA-46DA-8F8C-58514A9FEF67}" srcOrd="0" destOrd="0" presId="urn:microsoft.com/office/officeart/2016/7/layout/LinearBlockProcessNumbered#1"/>
    <dgm:cxn modelId="{876C6BB3-6DFC-4C1A-A28F-D19F323DFFB8}" type="presOf" srcId="{CA9D674E-4FF1-45DC-82E4-0B2DB6A5363F}" destId="{D085015A-41AF-4EFA-A104-4FD73B2362F0}" srcOrd="1" destOrd="0" presId="urn:microsoft.com/office/officeart/2016/7/layout/LinearBlockProcessNumbered#1"/>
    <dgm:cxn modelId="{3F075CBE-CB98-4436-BFC1-0FA085A5F0B5}" type="presOf" srcId="{AAF9DEE3-8444-4CA1-8BC2-D834D3ED6C74}" destId="{B158057C-23C1-45AE-9273-5935A8F6104B}" srcOrd="1" destOrd="0" presId="urn:microsoft.com/office/officeart/2016/7/layout/LinearBlockProcessNumbered#1"/>
    <dgm:cxn modelId="{42CDCACA-F394-4044-BBF6-522A0005ABCB}" srcId="{15509919-36B5-4162-8899-417A9F93473B}" destId="{B2B879BD-3840-400C-92BD-B2C2383358D7}" srcOrd="1" destOrd="0" parTransId="{09440D86-F3E6-4A3C-9E78-1AFC56348641}" sibTransId="{FBAA44FF-54DE-45C8-9FAC-512C40277233}"/>
    <dgm:cxn modelId="{B0C368DD-8ED6-4FB2-9B0D-D93A81E6129B}" type="presOf" srcId="{23210C7F-6847-491E-BE1F-A79529AF2B8B}" destId="{15536E38-36FE-4A51-B620-2715BFAD5475}" srcOrd="0" destOrd="0" presId="urn:microsoft.com/office/officeart/2016/7/layout/LinearBlockProcessNumbered#1"/>
    <dgm:cxn modelId="{4921F1E7-954A-4985-A492-CEDC64022069}" type="presOf" srcId="{B2B879BD-3840-400C-92BD-B2C2383358D7}" destId="{9F2B2B99-E41C-48B6-9241-186B3896CDB2}" srcOrd="1" destOrd="0" presId="urn:microsoft.com/office/officeart/2016/7/layout/LinearBlockProcessNumbered#1"/>
    <dgm:cxn modelId="{94FE66EC-2CE5-4D0F-9A7E-13E87771064F}" type="presOf" srcId="{4444E0C9-4811-40E8-BD37-5DC1084DBDE4}" destId="{62B7002B-7A02-4238-B878-C0280F3642D7}" srcOrd="0" destOrd="0" presId="urn:microsoft.com/office/officeart/2016/7/layout/LinearBlockProcessNumbered#1"/>
    <dgm:cxn modelId="{6BD5877B-9A44-4BDD-A376-177663A907C5}" type="presParOf" srcId="{09F899AB-70CA-46DA-8F8C-58514A9FEF67}" destId="{9E708B2C-9056-43B8-820C-8D4D2D591614}" srcOrd="0" destOrd="0" presId="urn:microsoft.com/office/officeart/2016/7/layout/LinearBlockProcessNumbered#1"/>
    <dgm:cxn modelId="{41BDEA8A-9C96-4CD5-9AE6-6BC8677DD8EA}" type="presParOf" srcId="{9E708B2C-9056-43B8-820C-8D4D2D591614}" destId="{F4992080-7D4E-4F2B-B608-170DDBB6006A}" srcOrd="0" destOrd="0" presId="urn:microsoft.com/office/officeart/2016/7/layout/LinearBlockProcessNumbered#1"/>
    <dgm:cxn modelId="{9EE0311F-D59E-4050-A899-28A21A2A28E6}" type="presParOf" srcId="{9E708B2C-9056-43B8-820C-8D4D2D591614}" destId="{15536E38-36FE-4A51-B620-2715BFAD5475}" srcOrd="1" destOrd="0" presId="urn:microsoft.com/office/officeart/2016/7/layout/LinearBlockProcessNumbered#1"/>
    <dgm:cxn modelId="{9124C570-D2D1-4AE3-8AC0-11B7BCA491AB}" type="presParOf" srcId="{9E708B2C-9056-43B8-820C-8D4D2D591614}" destId="{B158057C-23C1-45AE-9273-5935A8F6104B}" srcOrd="2" destOrd="0" presId="urn:microsoft.com/office/officeart/2016/7/layout/LinearBlockProcessNumbered#1"/>
    <dgm:cxn modelId="{98932C85-8417-4BC6-A5A8-9206A47252C9}" type="presParOf" srcId="{09F899AB-70CA-46DA-8F8C-58514A9FEF67}" destId="{5D52B8B6-958E-480C-9455-911A104C8C73}" srcOrd="1" destOrd="0" presId="urn:microsoft.com/office/officeart/2016/7/layout/LinearBlockProcessNumbered#1"/>
    <dgm:cxn modelId="{A9C91D81-78FC-4E57-A8FA-4B391B01C90B}" type="presParOf" srcId="{09F899AB-70CA-46DA-8F8C-58514A9FEF67}" destId="{070CFBFA-AE62-406D-B2E3-4A871FE3EC95}" srcOrd="2" destOrd="0" presId="urn:microsoft.com/office/officeart/2016/7/layout/LinearBlockProcessNumbered#1"/>
    <dgm:cxn modelId="{F4D63718-6198-4496-82C1-7640C578AF2A}" type="presParOf" srcId="{070CFBFA-AE62-406D-B2E3-4A871FE3EC95}" destId="{89A9B4CF-6439-46B1-B6A9-1D6CD5034774}" srcOrd="0" destOrd="0" presId="urn:microsoft.com/office/officeart/2016/7/layout/LinearBlockProcessNumbered#1"/>
    <dgm:cxn modelId="{1C40EB13-3F54-4920-A35D-4499867C8291}" type="presParOf" srcId="{070CFBFA-AE62-406D-B2E3-4A871FE3EC95}" destId="{379B8CE4-8135-4F2C-A5A0-E55EBE328E9A}" srcOrd="1" destOrd="0" presId="urn:microsoft.com/office/officeart/2016/7/layout/LinearBlockProcessNumbered#1"/>
    <dgm:cxn modelId="{179C3528-4510-4FE0-8A87-FC47A6636345}" type="presParOf" srcId="{070CFBFA-AE62-406D-B2E3-4A871FE3EC95}" destId="{9F2B2B99-E41C-48B6-9241-186B3896CDB2}" srcOrd="2" destOrd="0" presId="urn:microsoft.com/office/officeart/2016/7/layout/LinearBlockProcessNumbered#1"/>
    <dgm:cxn modelId="{F2B2B910-131D-481D-AD66-3233E8727196}" type="presParOf" srcId="{09F899AB-70CA-46DA-8F8C-58514A9FEF67}" destId="{88CC7DDE-DA0F-42A6-8406-A11161BD6BA9}" srcOrd="3" destOrd="0" presId="urn:microsoft.com/office/officeart/2016/7/layout/LinearBlockProcessNumbered#1"/>
    <dgm:cxn modelId="{B7F96D19-AC35-4466-B226-3954FF4CAA4C}" type="presParOf" srcId="{09F899AB-70CA-46DA-8F8C-58514A9FEF67}" destId="{4C550E1C-ACB2-4A5D-BD4A-3D5D60E405E6}" srcOrd="4" destOrd="0" presId="urn:microsoft.com/office/officeart/2016/7/layout/LinearBlockProcessNumbered#1"/>
    <dgm:cxn modelId="{F087A006-9A5A-400B-8DD1-87FB10BDED2A}" type="presParOf" srcId="{4C550E1C-ACB2-4A5D-BD4A-3D5D60E405E6}" destId="{0802B4A8-7224-4B0A-95B7-D17AEB2B2AFF}" srcOrd="0" destOrd="0" presId="urn:microsoft.com/office/officeart/2016/7/layout/LinearBlockProcessNumbered#1"/>
    <dgm:cxn modelId="{779032EA-0F6C-45CD-B8C8-0C634AA37D85}" type="presParOf" srcId="{4C550E1C-ACB2-4A5D-BD4A-3D5D60E405E6}" destId="{68AC9669-DC11-473A-AA2E-579A44E78C37}" srcOrd="1" destOrd="0" presId="urn:microsoft.com/office/officeart/2016/7/layout/LinearBlockProcessNumbered#1"/>
    <dgm:cxn modelId="{D3BE5C03-2AAB-4489-9706-DF4418FB8E7E}" type="presParOf" srcId="{4C550E1C-ACB2-4A5D-BD4A-3D5D60E405E6}" destId="{D085015A-41AF-4EFA-A104-4FD73B2362F0}" srcOrd="2" destOrd="0" presId="urn:microsoft.com/office/officeart/2016/7/layout/LinearBlockProcessNumbered#1"/>
    <dgm:cxn modelId="{F86A3087-242D-408D-B277-D1645528EFDF}" type="presParOf" srcId="{09F899AB-70CA-46DA-8F8C-58514A9FEF67}" destId="{BD69CE1A-9551-44F3-A9B2-C12A385DC370}" srcOrd="5" destOrd="0" presId="urn:microsoft.com/office/officeart/2016/7/layout/LinearBlockProcessNumbered#1"/>
    <dgm:cxn modelId="{B2D80730-CD15-426A-A119-A4E9427ADC8A}" type="presParOf" srcId="{09F899AB-70CA-46DA-8F8C-58514A9FEF67}" destId="{9FD53C0E-25AD-4D41-913E-577F53C1D8A5}" srcOrd="6" destOrd="0" presId="urn:microsoft.com/office/officeart/2016/7/layout/LinearBlockProcessNumbered#1"/>
    <dgm:cxn modelId="{4F56844C-C616-43FE-90C7-713D226179A1}" type="presParOf" srcId="{9FD53C0E-25AD-4D41-913E-577F53C1D8A5}" destId="{A57ABCFD-08B2-43E8-9263-5BF662BE8673}" srcOrd="0" destOrd="0" presId="urn:microsoft.com/office/officeart/2016/7/layout/LinearBlockProcessNumbered#1"/>
    <dgm:cxn modelId="{EA9F0F16-6AD9-4973-934C-FF98FEBBDFE1}" type="presParOf" srcId="{9FD53C0E-25AD-4D41-913E-577F53C1D8A5}" destId="{7E9D3601-9C0E-4715-AC62-CC93C6A4EC55}" srcOrd="1" destOrd="0" presId="urn:microsoft.com/office/officeart/2016/7/layout/LinearBlockProcessNumbered#1"/>
    <dgm:cxn modelId="{DF3638DF-0C51-4A96-B65C-088EDE34E230}" type="presParOf" srcId="{9FD53C0E-25AD-4D41-913E-577F53C1D8A5}" destId="{4800795B-63B2-40CD-8C23-4C2E1816F2A7}" srcOrd="2" destOrd="0" presId="urn:microsoft.com/office/officeart/2016/7/layout/LinearBlockProcessNumbered#1"/>
    <dgm:cxn modelId="{43F5185F-05E4-4A4A-9FD0-39234E89ED8C}" type="presParOf" srcId="{09F899AB-70CA-46DA-8F8C-58514A9FEF67}" destId="{9D412F4B-2F45-4750-ACEC-418CB9440CED}" srcOrd="7" destOrd="0" presId="urn:microsoft.com/office/officeart/2016/7/layout/LinearBlockProcessNumbered#1"/>
    <dgm:cxn modelId="{465D8D7A-27BD-4899-8A9D-084E797BDFED}" type="presParOf" srcId="{09F899AB-70CA-46DA-8F8C-58514A9FEF67}" destId="{980867B7-9915-4522-AF2D-7B717148C3A6}" srcOrd="8" destOrd="0" presId="urn:microsoft.com/office/officeart/2016/7/layout/LinearBlockProcessNumbered#1"/>
    <dgm:cxn modelId="{88756517-52FB-4CE3-B253-1DC672C78CDB}" type="presParOf" srcId="{980867B7-9915-4522-AF2D-7B717148C3A6}" destId="{ED31E7A1-C2A9-4438-AAAD-0A91D3D2F309}" srcOrd="0" destOrd="0" presId="urn:microsoft.com/office/officeart/2016/7/layout/LinearBlockProcessNumbered#1"/>
    <dgm:cxn modelId="{F9D0713E-57DA-4B78-ACC4-D4DAEE76D103}" type="presParOf" srcId="{980867B7-9915-4522-AF2D-7B717148C3A6}" destId="{62B7002B-7A02-4238-B878-C0280F3642D7}" srcOrd="1" destOrd="0" presId="urn:microsoft.com/office/officeart/2016/7/layout/LinearBlockProcessNumbered#1"/>
    <dgm:cxn modelId="{AA3991A7-DDD2-4910-960C-BA15227F4569}" type="presParOf" srcId="{980867B7-9915-4522-AF2D-7B717148C3A6}" destId="{DAB0F693-0515-42FD-9282-2A7729CDAD61}" srcOrd="2" destOrd="0" presId="urn:microsoft.com/office/officeart/2016/7/layout/LinearBlockProcessNumbered#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992080-7D4E-4F2B-B608-170DDBB6006A}">
      <dsp:nvSpPr>
        <dsp:cNvPr id="0" name=""/>
        <dsp:cNvSpPr/>
      </dsp:nvSpPr>
      <dsp:spPr>
        <a:xfrm>
          <a:off x="6040"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Análisis del caso 86. </a:t>
          </a:r>
        </a:p>
      </dsp:txBody>
      <dsp:txXfrm>
        <a:off x="6040" y="1636197"/>
        <a:ext cx="1888405" cy="1359652"/>
      </dsp:txXfrm>
    </dsp:sp>
    <dsp:sp modelId="{15536E38-36FE-4A51-B620-2715BFAD5475}">
      <dsp:nvSpPr>
        <dsp:cNvPr id="0" name=""/>
        <dsp:cNvSpPr/>
      </dsp:nvSpPr>
      <dsp:spPr>
        <a:xfrm>
          <a:off x="6040"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01</a:t>
          </a:r>
          <a:endParaRPr lang="es-ES" sz="4200" kern="1200" noProof="0" dirty="0">
            <a:latin typeface="Times New Roman" panose="02020603050405020304" pitchFamily="18" charset="0"/>
            <a:cs typeface="Times New Roman" panose="02020603050405020304" pitchFamily="18" charset="0"/>
          </a:endParaRPr>
        </a:p>
      </dsp:txBody>
      <dsp:txXfrm>
        <a:off x="6040" y="729762"/>
        <a:ext cx="1888405" cy="906434"/>
      </dsp:txXfrm>
    </dsp:sp>
    <dsp:sp modelId="{89A9B4CF-6439-46B1-B6A9-1D6CD5034774}">
      <dsp:nvSpPr>
        <dsp:cNvPr id="0" name=""/>
        <dsp:cNvSpPr/>
      </dsp:nvSpPr>
      <dsp:spPr>
        <a:xfrm>
          <a:off x="2045519"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Descripción del esquema - Planificación.</a:t>
          </a:r>
        </a:p>
      </dsp:txBody>
      <dsp:txXfrm>
        <a:off x="2045519" y="1636197"/>
        <a:ext cx="1888405" cy="1359652"/>
      </dsp:txXfrm>
    </dsp:sp>
    <dsp:sp modelId="{379B8CE4-8135-4F2C-A5A0-E55EBE328E9A}">
      <dsp:nvSpPr>
        <dsp:cNvPr id="0" name=""/>
        <dsp:cNvSpPr/>
      </dsp:nvSpPr>
      <dsp:spPr>
        <a:xfrm>
          <a:off x="2045519"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02</a:t>
          </a:r>
          <a:endParaRPr lang="es-ES" sz="4200" kern="1200" noProof="0" dirty="0">
            <a:latin typeface="Times New Roman" panose="02020603050405020304" pitchFamily="18" charset="0"/>
            <a:cs typeface="Times New Roman" panose="02020603050405020304" pitchFamily="18" charset="0"/>
          </a:endParaRPr>
        </a:p>
      </dsp:txBody>
      <dsp:txXfrm>
        <a:off x="2045519" y="729762"/>
        <a:ext cx="1888405" cy="906434"/>
      </dsp:txXfrm>
    </dsp:sp>
    <dsp:sp modelId="{0802B4A8-7224-4B0A-95B7-D17AEB2B2AFF}">
      <dsp:nvSpPr>
        <dsp:cNvPr id="0" name=""/>
        <dsp:cNvSpPr/>
      </dsp:nvSpPr>
      <dsp:spPr>
        <a:xfrm>
          <a:off x="4084997"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Puntos de análisis del SII.</a:t>
          </a:r>
        </a:p>
      </dsp:txBody>
      <dsp:txXfrm>
        <a:off x="4084997" y="1636197"/>
        <a:ext cx="1888405" cy="1359652"/>
      </dsp:txXfrm>
    </dsp:sp>
    <dsp:sp modelId="{68AC9669-DC11-473A-AA2E-579A44E78C37}">
      <dsp:nvSpPr>
        <dsp:cNvPr id="0" name=""/>
        <dsp:cNvSpPr/>
      </dsp:nvSpPr>
      <dsp:spPr>
        <a:xfrm>
          <a:off x="4084997"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03</a:t>
          </a:r>
          <a:endParaRPr lang="es-ES" sz="4200" kern="1200" noProof="0" dirty="0">
            <a:latin typeface="Times New Roman" panose="02020603050405020304" pitchFamily="18" charset="0"/>
            <a:cs typeface="Times New Roman" panose="02020603050405020304" pitchFamily="18" charset="0"/>
          </a:endParaRPr>
        </a:p>
      </dsp:txBody>
      <dsp:txXfrm>
        <a:off x="4084997" y="729762"/>
        <a:ext cx="1888405" cy="906434"/>
      </dsp:txXfrm>
    </dsp:sp>
    <dsp:sp modelId="{A57ABCFD-08B2-43E8-9263-5BF662BE8673}">
      <dsp:nvSpPr>
        <dsp:cNvPr id="0" name=""/>
        <dsp:cNvSpPr/>
      </dsp:nvSpPr>
      <dsp:spPr>
        <a:xfrm>
          <a:off x="6124475"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anchor="t" anchorCtr="0">
          <a:noAutofit/>
        </a:bodyPr>
        <a:lstStyle/>
        <a:p>
          <a:pPr marL="0" lvl="0" indent="0" algn="l" defTabSz="933450">
            <a:lnSpc>
              <a:spcPct val="90000"/>
            </a:lnSpc>
            <a:spcBef>
              <a:spcPct val="0"/>
            </a:spcBef>
            <a:spcAft>
              <a:spcPct val="35000"/>
            </a:spcAft>
            <a:buNone/>
          </a:pPr>
          <a:r>
            <a:rPr lang="es-CL" sz="2100" kern="1200" dirty="0"/>
            <a:t>Alternativa</a:t>
          </a:r>
        </a:p>
      </dsp:txBody>
      <dsp:txXfrm>
        <a:off x="6124475" y="1636197"/>
        <a:ext cx="1888405" cy="1359652"/>
      </dsp:txXfrm>
    </dsp:sp>
    <dsp:sp modelId="{7E9D3601-9C0E-4715-AC62-CC93C6A4EC55}">
      <dsp:nvSpPr>
        <dsp:cNvPr id="0" name=""/>
        <dsp:cNvSpPr/>
      </dsp:nvSpPr>
      <dsp:spPr>
        <a:xfrm>
          <a:off x="6124475"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anchor="ctr" anchorCtr="0">
          <a:noAutofit/>
        </a:bodyPr>
        <a:lstStyle/>
        <a:p>
          <a:pPr marL="0" lvl="0" indent="0" algn="l" defTabSz="1866900">
            <a:lnSpc>
              <a:spcPct val="90000"/>
            </a:lnSpc>
            <a:spcBef>
              <a:spcPct val="0"/>
            </a:spcBef>
            <a:spcAft>
              <a:spcPct val="35000"/>
            </a:spcAft>
            <a:buNone/>
          </a:pPr>
          <a:r>
            <a:rPr lang="es-CL" sz="4200" kern="1200"/>
            <a:t>04</a:t>
          </a:r>
        </a:p>
      </dsp:txBody>
      <dsp:txXfrm>
        <a:off x="6124475" y="729762"/>
        <a:ext cx="1888405" cy="906434"/>
      </dsp:txXfrm>
    </dsp:sp>
    <dsp:sp modelId="{ED31E7A1-C2A9-4438-AAAD-0A91D3D2F309}">
      <dsp:nvSpPr>
        <dsp:cNvPr id="0" name=""/>
        <dsp:cNvSpPr/>
      </dsp:nvSpPr>
      <dsp:spPr>
        <a:xfrm>
          <a:off x="8163953"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anchor="t" anchorCtr="0">
          <a:noAutofit/>
        </a:bodyPr>
        <a:lstStyle/>
        <a:p>
          <a:pPr marL="0" lvl="0" indent="0" algn="l" defTabSz="933450">
            <a:lnSpc>
              <a:spcPct val="90000"/>
            </a:lnSpc>
            <a:spcBef>
              <a:spcPct val="0"/>
            </a:spcBef>
            <a:spcAft>
              <a:spcPct val="35000"/>
            </a:spcAft>
            <a:buNone/>
          </a:pPr>
          <a:r>
            <a:rPr lang="es-CL" sz="2100" kern="1200" dirty="0"/>
            <a:t>Conclusión</a:t>
          </a:r>
        </a:p>
      </dsp:txBody>
      <dsp:txXfrm>
        <a:off x="8163953" y="1636197"/>
        <a:ext cx="1888405" cy="1359652"/>
      </dsp:txXfrm>
    </dsp:sp>
    <dsp:sp modelId="{62B7002B-7A02-4238-B878-C0280F3642D7}">
      <dsp:nvSpPr>
        <dsp:cNvPr id="0" name=""/>
        <dsp:cNvSpPr/>
      </dsp:nvSpPr>
      <dsp:spPr>
        <a:xfrm>
          <a:off x="8163953"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anchor="ctr" anchorCtr="0">
          <a:noAutofit/>
        </a:bodyPr>
        <a:lstStyle/>
        <a:p>
          <a:pPr marL="0" lvl="0" indent="0" algn="l" defTabSz="1866900">
            <a:lnSpc>
              <a:spcPct val="90000"/>
            </a:lnSpc>
            <a:spcBef>
              <a:spcPct val="0"/>
            </a:spcBef>
            <a:spcAft>
              <a:spcPct val="35000"/>
            </a:spcAft>
            <a:buNone/>
          </a:pPr>
          <a:r>
            <a:rPr lang="es-CL" sz="4200" kern="1200"/>
            <a:t>05</a:t>
          </a:r>
        </a:p>
      </dsp:txBody>
      <dsp:txXfrm>
        <a:off x="8163953" y="729762"/>
        <a:ext cx="1888405" cy="90643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1">
  <dgm:title val="Proceso de bloque lineal numerado"/>
  <dgm:desc val="Se utiliza para mostrar una progresión; una línea de tiempo; pasos secuenciales en una tarea, proceso o flujo de trabajo; o para enfatizar movimiento o dirección. Se han introducido números automáticos para mostrar los pasos del proceso. Tanto el texto de nivel 1 como el texto de nivel 2 aparecen en un rectángulo."/>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97D4F0E7-A380-4E8A-A5E6-02A2C57BE889}">
          <dgm:prSet phldrT="1"/>
          <dgm:t>
            <a:bodyPr/>
            <a:lstStyle/>
            <a:p>
              <a:r>
                <a:t>01</a:t>
              </a:r>
            </a:p>
          </dgm:t>
        </dgm:pt>
        <dgm:pt modelId="201" type="sibTrans" cxnId="{5712BDC4-329B-45B2-9194-A148ABB6560A}">
          <dgm:prSet phldrT="2"/>
          <dgm:t>
            <a:bodyPr/>
            <a:lstStyle/>
            <a:p>
              <a:r>
                <a:t>02</a:t>
              </a:r>
            </a:p>
          </dgm:t>
        </dgm:pt>
        <dgm:pt modelId="301" type="sibTrans" cxnId="{8984278A-33F0-4B08-ABC0-F48449CE37F3}">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0A0F8E-AFAD-4D82-ABA4-99D92654B445}" type="datetime1">
              <a:rPr lang="es-ES" smtClean="0"/>
              <a:t>20/05/2026</a:t>
            </a:fld>
            <a:endParaRPr lang="es-ES" dirty="0"/>
          </a:p>
        </p:txBody>
      </p:sp>
      <p:sp>
        <p:nvSpPr>
          <p:cNvPr id="4" name="Marcador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51E231-5B1F-4DA1-B2F6-15CEF3C52F24}" type="slidenum">
              <a:rPr lang="es-ES" smtClean="0"/>
              <a:t>‹Nº›</a:t>
            </a:fld>
            <a:endParaRPr lang="es-ES" dirty="0"/>
          </a:p>
        </p:txBody>
      </p:sp>
    </p:spTree>
    <p:extLst>
      <p:ext uri="{BB962C8B-B14F-4D97-AF65-F5344CB8AC3E}">
        <p14:creationId xmlns:p14="http://schemas.microsoft.com/office/powerpoint/2010/main" val="330273164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noProof="0"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30C635-22CD-4687-8C86-092D09B235D0}" type="datetime1">
              <a:rPr lang="es-ES" noProof="0" smtClean="0"/>
              <a:t>20/05/2026</a:t>
            </a:fld>
            <a:endParaRPr lang="es-ES" noProof="0"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noProof="0"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Haga clic para modificar los estilos de texto del patrón</a:t>
            </a:r>
          </a:p>
          <a:p>
            <a:pPr lvl="1"/>
            <a:r>
              <a:rPr lang="es-ES" noProof="0" dirty="0"/>
              <a:t>Segundo nivel</a:t>
            </a:r>
          </a:p>
          <a:p>
            <a:pPr lvl="2"/>
            <a:r>
              <a:rPr lang="es-ES" noProof="0" dirty="0"/>
              <a:t>Tercer nivel</a:t>
            </a:r>
          </a:p>
          <a:p>
            <a:pPr lvl="3"/>
            <a:r>
              <a:rPr lang="es-ES" noProof="0" dirty="0"/>
              <a:t>Cuarto nivel</a:t>
            </a:r>
          </a:p>
          <a:p>
            <a:pPr lvl="4"/>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1A7762-33EF-4755-A500-13115E46C1E5}" type="slidenum">
              <a:rPr lang="es-ES" noProof="0" smtClean="0"/>
              <a:t>‹Nº›</a:t>
            </a:fld>
            <a:endParaRPr lang="es-ES" noProof="0" dirty="0"/>
          </a:p>
        </p:txBody>
      </p:sp>
    </p:spTree>
    <p:extLst>
      <p:ext uri="{BB962C8B-B14F-4D97-AF65-F5344CB8AC3E}">
        <p14:creationId xmlns:p14="http://schemas.microsoft.com/office/powerpoint/2010/main" val="169454649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711A7762-33EF-4755-A500-13115E46C1E5}" type="slidenum">
              <a:rPr lang="es-ES" smtClean="0"/>
              <a:t>1</a:t>
            </a:fld>
            <a:endParaRPr lang="es-ES" dirty="0"/>
          </a:p>
        </p:txBody>
      </p:sp>
    </p:spTree>
    <p:extLst>
      <p:ext uri="{BB962C8B-B14F-4D97-AF65-F5344CB8AC3E}">
        <p14:creationId xmlns:p14="http://schemas.microsoft.com/office/powerpoint/2010/main" val="3757393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711A7762-33EF-4755-A500-13115E46C1E5}" type="slidenum">
              <a:rPr lang="es-ES" smtClean="0"/>
              <a:t>3</a:t>
            </a:fld>
            <a:endParaRPr lang="es-ES" dirty="0"/>
          </a:p>
        </p:txBody>
      </p:sp>
    </p:spTree>
    <p:extLst>
      <p:ext uri="{BB962C8B-B14F-4D97-AF65-F5344CB8AC3E}">
        <p14:creationId xmlns:p14="http://schemas.microsoft.com/office/powerpoint/2010/main" val="37472848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904DB13E-F722-4ED6-BB00-556651E95281}"/>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useBgFill="1">
        <p:nvSpPr>
          <p:cNvPr id="10" name="Rectángulo 9"/>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txBody>
          <a:bodyPr/>
          <a:lstStyle/>
          <a:p>
            <a:endParaRPr lang="es-CL"/>
          </a:p>
        </p:txBody>
      </p:sp>
      <p:sp>
        <p:nvSpPr>
          <p:cNvPr id="11" name="Rectángulo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txBody>
          <a:bodyPr/>
          <a:lstStyle/>
          <a:p>
            <a:endParaRPr lang="es-CL"/>
          </a:p>
        </p:txBody>
      </p:sp>
      <p:sp>
        <p:nvSpPr>
          <p:cNvPr id="15" name="Rectángulo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grpSp>
        <p:nvGrpSpPr>
          <p:cNvPr id="7" name="Grupo 6">
            <a:extLst>
              <a:ext uri="{FF2B5EF4-FFF2-40B4-BE49-F238E27FC236}">
                <a16:creationId xmlns:a16="http://schemas.microsoft.com/office/drawing/2014/main" id="{E26428D7-C6F3-473D-A360-A3F5C3E8728C}"/>
              </a:ext>
            </a:extLst>
          </p:cNvPr>
          <p:cNvGrpSpPr/>
          <p:nvPr/>
        </p:nvGrpSpPr>
        <p:grpSpPr>
          <a:xfrm>
            <a:off x="5250180" y="1267730"/>
            <a:ext cx="1691640" cy="615934"/>
            <a:chOff x="5250180" y="1267730"/>
            <a:chExt cx="1691640" cy="615934"/>
          </a:xfrm>
        </p:grpSpPr>
        <p:cxnSp>
          <p:nvCxnSpPr>
            <p:cNvPr id="17" name="Conector recto 16"/>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Conector recto 17"/>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Conector recto 18"/>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2" name="Título 1"/>
          <p:cNvSpPr>
            <a:spLocks noGrp="1"/>
          </p:cNvSpPr>
          <p:nvPr>
            <p:ph type="ctrTitle"/>
          </p:nvPr>
        </p:nvSpPr>
        <p:spPr>
          <a:xfrm>
            <a:off x="1629103" y="2244830"/>
            <a:ext cx="8933796" cy="2437232"/>
          </a:xfrm>
        </p:spPr>
        <p:txBody>
          <a:bodyPr tIns="45720" bIns="45720" rtlCol="0" anchor="ctr">
            <a:normAutofit/>
          </a:bodyPr>
          <a:lstStyle>
            <a:lvl1pPr algn="ctr">
              <a:lnSpc>
                <a:spcPct val="83000"/>
              </a:lnSpc>
              <a:defRPr lang="en-US" sz="6800" b="0" kern="1200" cap="all" spc="-100" baseline="0" dirty="0">
                <a:solidFill>
                  <a:schemeClr val="tx1">
                    <a:lumMod val="85000"/>
                    <a:lumOff val="15000"/>
                  </a:schemeClr>
                </a:solidFill>
                <a:effectLst/>
                <a:latin typeface="+mj-lt"/>
                <a:ea typeface="+mn-ea"/>
                <a:cs typeface="+mn-cs"/>
              </a:defRPr>
            </a:lvl1pPr>
          </a:lstStyle>
          <a:p>
            <a:pPr rtl="0"/>
            <a:r>
              <a:rPr lang="es-ES" noProof="0"/>
              <a:t>Haga clic para modificar el estilo de título del patrón</a:t>
            </a:r>
            <a:endParaRPr lang="es-ES" noProof="0" dirty="0"/>
          </a:p>
        </p:txBody>
      </p:sp>
      <p:sp>
        <p:nvSpPr>
          <p:cNvPr id="3" name="Subtítulo 2"/>
          <p:cNvSpPr>
            <a:spLocks noGrp="1"/>
          </p:cNvSpPr>
          <p:nvPr>
            <p:ph type="subTitle" idx="1"/>
          </p:nvPr>
        </p:nvSpPr>
        <p:spPr>
          <a:xfrm>
            <a:off x="1629101" y="4682062"/>
            <a:ext cx="8936846" cy="457201"/>
          </a:xfrm>
        </p:spPr>
        <p:txBody>
          <a:bodyPr rtlCol="0">
            <a:normAutofit/>
          </a:bodyPr>
          <a:lstStyle>
            <a:lvl1pPr marL="0" indent="0" algn="ctr">
              <a:spcBef>
                <a:spcPts val="0"/>
              </a:spcBef>
              <a:buNone/>
              <a:defRPr sz="1800" spc="80" baseline="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s-ES" noProof="0"/>
              <a:t>Haga clic para modificar el estilo de subtítulo del patrón</a:t>
            </a:r>
            <a:endParaRPr lang="es-ES" noProof="0" dirty="0"/>
          </a:p>
        </p:txBody>
      </p:sp>
      <p:sp>
        <p:nvSpPr>
          <p:cNvPr id="20" name="Marcador de fecha 19"/>
          <p:cNvSpPr>
            <a:spLocks noGrp="1"/>
          </p:cNvSpPr>
          <p:nvPr>
            <p:ph type="dt" sz="half" idx="10"/>
          </p:nvPr>
        </p:nvSpPr>
        <p:spPr>
          <a:xfrm>
            <a:off x="5318760" y="1341256"/>
            <a:ext cx="1554480" cy="485546"/>
          </a:xfrm>
        </p:spPr>
        <p:txBody>
          <a:bodyPr rtlCol="0"/>
          <a:lstStyle>
            <a:lvl1pPr algn="ctr">
              <a:defRPr sz="1300" spc="0" baseline="0">
                <a:solidFill>
                  <a:srgbClr val="FFFFFF"/>
                </a:solidFill>
                <a:latin typeface="Times New Roman" panose="02020603050405020304" pitchFamily="18" charset="0"/>
              </a:defRPr>
            </a:lvl1pPr>
          </a:lstStyle>
          <a:p>
            <a:fld id="{AC7F34B9-73DD-4D85-BB37-D7D8FBCC096A}" type="datetime1">
              <a:rPr lang="es-ES" noProof="0" smtClean="0"/>
              <a:t>20/05/2026</a:t>
            </a:fld>
            <a:endParaRPr lang="es-ES" noProof="0" dirty="0"/>
          </a:p>
        </p:txBody>
      </p:sp>
      <p:sp>
        <p:nvSpPr>
          <p:cNvPr id="21" name="Marcador de posición de pie de página 20"/>
          <p:cNvSpPr>
            <a:spLocks noGrp="1"/>
          </p:cNvSpPr>
          <p:nvPr>
            <p:ph type="ftr" sz="quarter" idx="11"/>
          </p:nvPr>
        </p:nvSpPr>
        <p:spPr>
          <a:xfrm>
            <a:off x="1629100" y="5177408"/>
            <a:ext cx="5730295" cy="228600"/>
          </a:xfrm>
        </p:spPr>
        <p:txBody>
          <a:bodyPr rtlCol="0"/>
          <a:lstStyle>
            <a:lvl1pPr algn="l">
              <a:defRPr>
                <a:solidFill>
                  <a:schemeClr val="tx1">
                    <a:lumMod val="85000"/>
                    <a:lumOff val="15000"/>
                  </a:schemeClr>
                </a:solidFill>
              </a:defRPr>
            </a:lvl1pPr>
          </a:lstStyle>
          <a:p>
            <a:pPr rtl="0"/>
            <a:endParaRPr lang="es-ES" noProof="0" dirty="0"/>
          </a:p>
        </p:txBody>
      </p:sp>
      <p:sp>
        <p:nvSpPr>
          <p:cNvPr id="22" name="Marcador de posición de número de diapositiva 21"/>
          <p:cNvSpPr>
            <a:spLocks noGrp="1"/>
          </p:cNvSpPr>
          <p:nvPr>
            <p:ph type="sldNum" sz="quarter" idx="12"/>
          </p:nvPr>
        </p:nvSpPr>
        <p:spPr>
          <a:xfrm>
            <a:off x="8606920" y="5177408"/>
            <a:ext cx="1955980" cy="22860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957750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contenido">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contenido 2"/>
          <p:cNvSpPr>
            <a:spLocks noGrp="1"/>
          </p:cNvSpPr>
          <p:nvPr>
            <p:ph idx="1"/>
          </p:nvPr>
        </p:nvSpPr>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fecha 3"/>
          <p:cNvSpPr>
            <a:spLocks noGrp="1"/>
          </p:cNvSpPr>
          <p:nvPr>
            <p:ph type="dt" sz="half" idx="10"/>
          </p:nvPr>
        </p:nvSpPr>
        <p:spPr/>
        <p:txBody>
          <a:bodyPr rtlCol="0"/>
          <a:lstStyle/>
          <a:p>
            <a:pPr rtl="0"/>
            <a:fld id="{DB127A4F-5D5F-41CF-967D-AEC3A4E33B43}" type="datetime1">
              <a:rPr lang="es-ES" noProof="0" smtClean="0"/>
              <a:t>20/05/2026</a:t>
            </a:fld>
            <a:endParaRPr lang="es-ES" noProof="0" dirty="0"/>
          </a:p>
        </p:txBody>
      </p:sp>
      <p:sp>
        <p:nvSpPr>
          <p:cNvPr id="5" name="Marcador de pie de página 4"/>
          <p:cNvSpPr>
            <a:spLocks noGrp="1"/>
          </p:cNvSpPr>
          <p:nvPr>
            <p:ph type="ftr" sz="quarter" idx="11"/>
          </p:nvPr>
        </p:nvSpPr>
        <p:spPr/>
        <p:txBody>
          <a:bodyPr rtlCol="0"/>
          <a:lstStyle/>
          <a:p>
            <a:pPr rtl="0"/>
            <a:endParaRPr lang="es-ES" noProof="0" dirty="0"/>
          </a:p>
        </p:txBody>
      </p:sp>
      <p:sp>
        <p:nvSpPr>
          <p:cNvPr id="6" name="Marcador de posición de número de diapositiva 5"/>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2870318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0A4A1889-E37C-4EC3-9E41-9DAD221CF389}"/>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useBgFill="1">
        <p:nvSpPr>
          <p:cNvPr id="23" name="Rectángulo 22"/>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txBody>
          <a:bodyPr/>
          <a:lstStyle/>
          <a:p>
            <a:endParaRPr lang="es-CL"/>
          </a:p>
        </p:txBody>
      </p:sp>
      <p:sp>
        <p:nvSpPr>
          <p:cNvPr id="24" name="Rectángulo 23"/>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txBody>
          <a:bodyPr/>
          <a:lstStyle/>
          <a:p>
            <a:endParaRPr lang="es-CL"/>
          </a:p>
        </p:txBody>
      </p:sp>
      <p:sp>
        <p:nvSpPr>
          <p:cNvPr id="30" name="Rectángulo 29"/>
          <p:cNvSpPr/>
          <p:nvPr/>
        </p:nvSpPr>
        <p:spPr>
          <a:xfrm>
            <a:off x="5135880" y="1267730"/>
            <a:ext cx="1920240" cy="731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2" name="Título 1"/>
          <p:cNvSpPr>
            <a:spLocks noGrp="1"/>
          </p:cNvSpPr>
          <p:nvPr>
            <p:ph type="title"/>
          </p:nvPr>
        </p:nvSpPr>
        <p:spPr>
          <a:xfrm>
            <a:off x="1629156" y="2275165"/>
            <a:ext cx="8933688" cy="2406895"/>
          </a:xfrm>
        </p:spPr>
        <p:txBody>
          <a:bodyPr rtlCol="0" anchor="ctr">
            <a:normAutofit/>
          </a:bodyPr>
          <a:lstStyle>
            <a:lvl1pPr algn="ctr">
              <a:lnSpc>
                <a:spcPct val="83000"/>
              </a:lnSpc>
              <a:defRPr lang="en-US" sz="6800" kern="1200" cap="all" spc="-100" baseline="0" dirty="0">
                <a:solidFill>
                  <a:schemeClr val="tx1">
                    <a:lumMod val="85000"/>
                    <a:lumOff val="15000"/>
                  </a:schemeClr>
                </a:solidFill>
                <a:effectLst/>
                <a:latin typeface="+mj-lt"/>
                <a:ea typeface="+mn-ea"/>
                <a:cs typeface="+mn-cs"/>
              </a:defRPr>
            </a:lvl1pPr>
          </a:lstStyle>
          <a:p>
            <a:pPr rtl="0"/>
            <a:r>
              <a:rPr lang="es-ES" noProof="0"/>
              <a:t>Haga clic para modificar el estilo de título del patrón</a:t>
            </a:r>
            <a:endParaRPr lang="es-ES" noProof="0" dirty="0"/>
          </a:p>
        </p:txBody>
      </p:sp>
      <p:grpSp>
        <p:nvGrpSpPr>
          <p:cNvPr id="16" name="Grupo 15">
            <a:extLst>
              <a:ext uri="{FF2B5EF4-FFF2-40B4-BE49-F238E27FC236}">
                <a16:creationId xmlns:a16="http://schemas.microsoft.com/office/drawing/2014/main" id="{1683EB04-C23E-490C-A1A6-030CF79D23C8}"/>
              </a:ext>
            </a:extLst>
          </p:cNvPr>
          <p:cNvGrpSpPr/>
          <p:nvPr/>
        </p:nvGrpSpPr>
        <p:grpSpPr>
          <a:xfrm>
            <a:off x="5250180" y="1267730"/>
            <a:ext cx="1691640" cy="615934"/>
            <a:chOff x="5250180" y="1267730"/>
            <a:chExt cx="1691640" cy="615934"/>
          </a:xfrm>
        </p:grpSpPr>
        <p:cxnSp>
          <p:nvCxnSpPr>
            <p:cNvPr id="17" name="Conector recto 16">
              <a:extLst>
                <a:ext uri="{FF2B5EF4-FFF2-40B4-BE49-F238E27FC236}">
                  <a16:creationId xmlns:a16="http://schemas.microsoft.com/office/drawing/2014/main" id="{F8A84C03-E1CA-4A4E-81D6-9BB0C335B7A0}"/>
                </a:ext>
              </a:extLst>
            </p:cNvPr>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Conector recto 17">
              <a:extLst>
                <a:ext uri="{FF2B5EF4-FFF2-40B4-BE49-F238E27FC236}">
                  <a16:creationId xmlns:a16="http://schemas.microsoft.com/office/drawing/2014/main" id="{4A26FB5A-D5D1-4DAB-AC43-7F51A7F2D197}"/>
                </a:ext>
              </a:extLst>
            </p:cNvPr>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49303F14-E560-4C02-94F4-B4695FE26813}"/>
                </a:ext>
              </a:extLst>
            </p:cNvPr>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3" name="Marcador de texto 2"/>
          <p:cNvSpPr>
            <a:spLocks noGrp="1"/>
          </p:cNvSpPr>
          <p:nvPr>
            <p:ph type="body" idx="1"/>
          </p:nvPr>
        </p:nvSpPr>
        <p:spPr>
          <a:xfrm>
            <a:off x="1629156" y="4682062"/>
            <a:ext cx="8939784" cy="457200"/>
          </a:xfrm>
        </p:spPr>
        <p:txBody>
          <a:bodyPr rtlCol="0" anchor="t">
            <a:normAutofit/>
          </a:bodyPr>
          <a:lstStyle>
            <a:lvl1pPr marL="0" indent="0" algn="ctr">
              <a:buNone/>
              <a:tabLst>
                <a:tab pos="2633663" algn="l"/>
              </a:tabLst>
              <a:defRPr sz="1800">
                <a:solidFill>
                  <a:schemeClr val="tx1">
                    <a:lumMod val="95000"/>
                    <a:lumOff val="5000"/>
                  </a:schemeClr>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s-ES" noProof="0"/>
              <a:t>Haga clic para modificar los estilos de texto del patrón</a:t>
            </a:r>
          </a:p>
        </p:txBody>
      </p:sp>
      <p:sp>
        <p:nvSpPr>
          <p:cNvPr id="4" name="Marcador de fecha 3"/>
          <p:cNvSpPr>
            <a:spLocks noGrp="1"/>
          </p:cNvSpPr>
          <p:nvPr>
            <p:ph type="dt" sz="half" idx="10"/>
          </p:nvPr>
        </p:nvSpPr>
        <p:spPr>
          <a:xfrm>
            <a:off x="5318760" y="1344502"/>
            <a:ext cx="1554480" cy="498781"/>
          </a:xfrm>
        </p:spPr>
        <p:txBody>
          <a:bodyPr rtlCol="0"/>
          <a:lstStyle>
            <a:lvl1pPr algn="ctr">
              <a:defRPr lang="en-US" sz="1300" kern="1200" spc="0" baseline="0">
                <a:solidFill>
                  <a:srgbClr val="FFFFFF"/>
                </a:solidFill>
                <a:latin typeface="Times New Roman" panose="02020603050405020304" pitchFamily="18" charset="0"/>
                <a:ea typeface="+mn-ea"/>
                <a:cs typeface="+mn-cs"/>
              </a:defRPr>
            </a:lvl1pPr>
          </a:lstStyle>
          <a:p>
            <a:fld id="{04FA5CE4-703F-43C6-B066-6C9562FD9571}" type="datetime1">
              <a:rPr lang="es-ES" noProof="0" smtClean="0"/>
              <a:t>20/05/2026</a:t>
            </a:fld>
            <a:endParaRPr lang="es-ES" noProof="0" dirty="0"/>
          </a:p>
        </p:txBody>
      </p:sp>
      <p:sp>
        <p:nvSpPr>
          <p:cNvPr id="5" name="Marcador de pie de página 4"/>
          <p:cNvSpPr>
            <a:spLocks noGrp="1"/>
          </p:cNvSpPr>
          <p:nvPr>
            <p:ph type="ftr" sz="quarter" idx="11"/>
          </p:nvPr>
        </p:nvSpPr>
        <p:spPr>
          <a:xfrm>
            <a:off x="1629157" y="5177408"/>
            <a:ext cx="5660134" cy="228600"/>
          </a:xfrm>
        </p:spPr>
        <p:txBody>
          <a:bodyPr rtlCol="0"/>
          <a:lstStyle>
            <a:lvl1pPr algn="l">
              <a:defRPr>
                <a:solidFill>
                  <a:schemeClr val="tx1">
                    <a:lumMod val="85000"/>
                    <a:lumOff val="15000"/>
                  </a:schemeClr>
                </a:solidFill>
              </a:defRPr>
            </a:lvl1pPr>
          </a:lstStyle>
          <a:p>
            <a:pPr rtl="0"/>
            <a:endParaRPr lang="es-ES" noProof="0" dirty="0"/>
          </a:p>
        </p:txBody>
      </p:sp>
      <p:sp>
        <p:nvSpPr>
          <p:cNvPr id="6" name="Marcador de posición de número de diapositiva 5"/>
          <p:cNvSpPr>
            <a:spLocks noGrp="1"/>
          </p:cNvSpPr>
          <p:nvPr>
            <p:ph type="sldNum" sz="quarter" idx="12"/>
          </p:nvPr>
        </p:nvSpPr>
        <p:spPr>
          <a:xfrm>
            <a:off x="8604504" y="5177408"/>
            <a:ext cx="1958339" cy="22860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499058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ítulo 7"/>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contenido 2"/>
          <p:cNvSpPr>
            <a:spLocks noGrp="1"/>
          </p:cNvSpPr>
          <p:nvPr>
            <p:ph sz="half" idx="1"/>
          </p:nvPr>
        </p:nvSpPr>
        <p:spPr>
          <a:xfrm>
            <a:off x="1066800" y="2103120"/>
            <a:ext cx="4663440" cy="3749040"/>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posición de contenido 3"/>
          <p:cNvSpPr>
            <a:spLocks noGrp="1"/>
          </p:cNvSpPr>
          <p:nvPr>
            <p:ph sz="half" idx="2"/>
          </p:nvPr>
        </p:nvSpPr>
        <p:spPr>
          <a:xfrm>
            <a:off x="6461760" y="2103120"/>
            <a:ext cx="4663440" cy="3749040"/>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5" name="Marcador de fecha 4"/>
          <p:cNvSpPr>
            <a:spLocks noGrp="1"/>
          </p:cNvSpPr>
          <p:nvPr>
            <p:ph type="dt" sz="half" idx="10"/>
          </p:nvPr>
        </p:nvSpPr>
        <p:spPr/>
        <p:txBody>
          <a:bodyPr rtlCol="0"/>
          <a:lstStyle/>
          <a:p>
            <a:pPr rtl="0"/>
            <a:fld id="{A4605B1B-4AA1-4D8B-B897-5F43939F87BB}" type="datetime1">
              <a:rPr lang="es-ES" noProof="0" smtClean="0"/>
              <a:t>20/05/2026</a:t>
            </a:fld>
            <a:endParaRPr lang="es-ES" noProof="0" dirty="0"/>
          </a:p>
        </p:txBody>
      </p:sp>
      <p:sp>
        <p:nvSpPr>
          <p:cNvPr id="6" name="Marcador de pie de página 5"/>
          <p:cNvSpPr>
            <a:spLocks noGrp="1"/>
          </p:cNvSpPr>
          <p:nvPr>
            <p:ph type="ftr" sz="quarter" idx="11"/>
          </p:nvPr>
        </p:nvSpPr>
        <p:spPr/>
        <p:txBody>
          <a:bodyPr rtlCol="0"/>
          <a:lstStyle/>
          <a:p>
            <a:pPr rtl="0"/>
            <a:endParaRPr lang="es-ES" noProof="0" dirty="0"/>
          </a:p>
        </p:txBody>
      </p:sp>
      <p:sp>
        <p:nvSpPr>
          <p:cNvPr id="7" name="Marcador de posición de número de diapositiva 6"/>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29095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texto 2"/>
          <p:cNvSpPr>
            <a:spLocks noGrp="1"/>
          </p:cNvSpPr>
          <p:nvPr>
            <p:ph type="body" idx="1"/>
          </p:nvPr>
        </p:nvSpPr>
        <p:spPr>
          <a:xfrm>
            <a:off x="1069848" y="2074334"/>
            <a:ext cx="4663440" cy="640080"/>
          </a:xfrm>
        </p:spPr>
        <p:txBody>
          <a:bodyPr rtlCol="0" anchor="ctr">
            <a:normAutofit/>
          </a:bodyPr>
          <a:lstStyle>
            <a:lvl1pPr marL="0" indent="0" algn="l">
              <a:spcBef>
                <a:spcPts val="0"/>
              </a:spcBef>
              <a:buNone/>
              <a:defRPr sz="1900" b="1" i="0">
                <a:solidFill>
                  <a:schemeClr val="tx1"/>
                </a:solidFill>
                <a:latin typeface="Times New Roman" panose="02020603050405020304" pitchFamily="18" charset="0"/>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ES" noProof="0"/>
              <a:t>Haga clic para modificar los estilos de texto del patrón</a:t>
            </a:r>
          </a:p>
        </p:txBody>
      </p:sp>
      <p:sp>
        <p:nvSpPr>
          <p:cNvPr id="4" name="Marcador de posición de contenido 3"/>
          <p:cNvSpPr>
            <a:spLocks noGrp="1"/>
          </p:cNvSpPr>
          <p:nvPr>
            <p:ph sz="half" idx="2"/>
          </p:nvPr>
        </p:nvSpPr>
        <p:spPr>
          <a:xfrm>
            <a:off x="1069848" y="2792472"/>
            <a:ext cx="4663440" cy="3163825"/>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5" name="Marcador de posición de texto 4"/>
          <p:cNvSpPr>
            <a:spLocks noGrp="1"/>
          </p:cNvSpPr>
          <p:nvPr>
            <p:ph type="body" sz="quarter" idx="3"/>
          </p:nvPr>
        </p:nvSpPr>
        <p:spPr>
          <a:xfrm>
            <a:off x="6458712" y="2074334"/>
            <a:ext cx="4663440" cy="640080"/>
          </a:xfrm>
        </p:spPr>
        <p:txBody>
          <a:bodyPr rtlCol="0"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ES" noProof="0"/>
              <a:t>Haga clic para modificar los estilos de texto del patrón</a:t>
            </a:r>
          </a:p>
        </p:txBody>
      </p:sp>
      <p:sp>
        <p:nvSpPr>
          <p:cNvPr id="6" name="Marcador de posición de contenido 5"/>
          <p:cNvSpPr>
            <a:spLocks noGrp="1"/>
          </p:cNvSpPr>
          <p:nvPr>
            <p:ph sz="quarter" idx="4"/>
          </p:nvPr>
        </p:nvSpPr>
        <p:spPr>
          <a:xfrm>
            <a:off x="6458712" y="2792471"/>
            <a:ext cx="4663440" cy="3164509"/>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7" name="Marcador de fecha 6"/>
          <p:cNvSpPr>
            <a:spLocks noGrp="1"/>
          </p:cNvSpPr>
          <p:nvPr>
            <p:ph type="dt" sz="half" idx="10"/>
          </p:nvPr>
        </p:nvSpPr>
        <p:spPr/>
        <p:txBody>
          <a:bodyPr rtlCol="0"/>
          <a:lstStyle/>
          <a:p>
            <a:pPr rtl="0"/>
            <a:fld id="{BFBC8295-D4B6-4D36-9FE1-9ECF38714B93}" type="datetime1">
              <a:rPr lang="es-ES" noProof="0" smtClean="0"/>
              <a:t>20/05/2026</a:t>
            </a:fld>
            <a:endParaRPr lang="es-ES" noProof="0" dirty="0"/>
          </a:p>
        </p:txBody>
      </p:sp>
      <p:sp>
        <p:nvSpPr>
          <p:cNvPr id="8" name="Marcador de pie de página 7"/>
          <p:cNvSpPr>
            <a:spLocks noGrp="1"/>
          </p:cNvSpPr>
          <p:nvPr>
            <p:ph type="ftr" sz="quarter" idx="11"/>
          </p:nvPr>
        </p:nvSpPr>
        <p:spPr/>
        <p:txBody>
          <a:bodyPr rtlCol="0"/>
          <a:lstStyle/>
          <a:p>
            <a:pPr rtl="0"/>
            <a:endParaRPr lang="es-ES" noProof="0" dirty="0"/>
          </a:p>
        </p:txBody>
      </p:sp>
      <p:sp>
        <p:nvSpPr>
          <p:cNvPr id="9" name="Marcador de número de diapositiva 8"/>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5451473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fecha 2"/>
          <p:cNvSpPr>
            <a:spLocks noGrp="1"/>
          </p:cNvSpPr>
          <p:nvPr>
            <p:ph type="dt" sz="half" idx="10"/>
          </p:nvPr>
        </p:nvSpPr>
        <p:spPr/>
        <p:txBody>
          <a:bodyPr rtlCol="0"/>
          <a:lstStyle/>
          <a:p>
            <a:pPr rtl="0"/>
            <a:fld id="{77D87E37-6123-4165-AE4C-33DC231CE07E}" type="datetime1">
              <a:rPr lang="es-ES" noProof="0" smtClean="0"/>
              <a:t>20/05/2026</a:t>
            </a:fld>
            <a:endParaRPr lang="es-ES" noProof="0" dirty="0"/>
          </a:p>
        </p:txBody>
      </p:sp>
      <p:sp>
        <p:nvSpPr>
          <p:cNvPr id="4" name="Marcador de pie de página 3"/>
          <p:cNvSpPr>
            <a:spLocks noGrp="1"/>
          </p:cNvSpPr>
          <p:nvPr>
            <p:ph type="ftr" sz="quarter" idx="11"/>
          </p:nvPr>
        </p:nvSpPr>
        <p:spPr/>
        <p:txBody>
          <a:bodyPr rtlCol="0"/>
          <a:lstStyle/>
          <a:p>
            <a:pPr rtl="0"/>
            <a:endParaRPr lang="es-ES" noProof="0" dirty="0"/>
          </a:p>
        </p:txBody>
      </p:sp>
      <p:sp>
        <p:nvSpPr>
          <p:cNvPr id="5" name="Marcador de posición de número de diapositiva 4"/>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381700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rtlCol="0"/>
          <a:lstStyle/>
          <a:p>
            <a:pPr rtl="0"/>
            <a:fld id="{63385F42-B8C2-4526-9CF3-2CD6597B7DD4}" type="datetime1">
              <a:rPr lang="es-ES" noProof="0" smtClean="0"/>
              <a:t>20/05/2026</a:t>
            </a:fld>
            <a:endParaRPr lang="es-ES" noProof="0" dirty="0"/>
          </a:p>
        </p:txBody>
      </p:sp>
      <p:sp>
        <p:nvSpPr>
          <p:cNvPr id="3" name="Marcador de pie de página 2"/>
          <p:cNvSpPr>
            <a:spLocks noGrp="1"/>
          </p:cNvSpPr>
          <p:nvPr>
            <p:ph type="ftr" sz="quarter" idx="11"/>
          </p:nvPr>
        </p:nvSpPr>
        <p:spPr/>
        <p:txBody>
          <a:bodyPr rtlCol="0"/>
          <a:lstStyle/>
          <a:p>
            <a:pPr rtl="0"/>
            <a:endParaRPr lang="es-ES" noProof="0" dirty="0"/>
          </a:p>
        </p:txBody>
      </p:sp>
      <p:sp>
        <p:nvSpPr>
          <p:cNvPr id="4" name="Marcador de número de diapositiva 3"/>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1969161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D5E1BBF9-8BEF-4353-BA68-30AAF9EBD8D8}"/>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13" name="Rectángulo 12">
            <a:extLst>
              <a:ext uri="{FF2B5EF4-FFF2-40B4-BE49-F238E27FC236}">
                <a16:creationId xmlns:a16="http://schemas.microsoft.com/office/drawing/2014/main" id="{5B941C21-2A5D-4912-AB06-1BB0C0EB6AE1}"/>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2" name="Título 1"/>
          <p:cNvSpPr>
            <a:spLocks noGrp="1"/>
          </p:cNvSpPr>
          <p:nvPr>
            <p:ph type="title"/>
          </p:nvPr>
        </p:nvSpPr>
        <p:spPr>
          <a:xfrm>
            <a:off x="8458200" y="607392"/>
            <a:ext cx="3161963" cy="1645920"/>
          </a:xfrm>
        </p:spPr>
        <p:txBody>
          <a:bodyPr rtlCol="0" anchor="b">
            <a:normAutofit/>
          </a:bodyPr>
          <a:lstStyle>
            <a:lvl1pPr algn="l" defTabSz="914400" rtl="0" eaLnBrk="1" latinLnBrk="0" hangingPunct="1">
              <a:lnSpc>
                <a:spcPct val="100000"/>
              </a:lnSpc>
              <a:spcBef>
                <a:spcPct val="0"/>
              </a:spcBef>
              <a:buNone/>
              <a:defRPr lang="en-US" sz="3200" b="0" kern="1200" cap="none" spc="0" baseline="0" dirty="0">
                <a:solidFill>
                  <a:schemeClr val="tx1"/>
                </a:solidFill>
                <a:effectLst/>
                <a:latin typeface="+mj-lt"/>
                <a:ea typeface="+mn-ea"/>
                <a:cs typeface="+mn-cs"/>
              </a:defRPr>
            </a:lvl1pPr>
          </a:lstStyle>
          <a:p>
            <a:pPr rtl="0"/>
            <a:r>
              <a:rPr lang="es-ES" noProof="0"/>
              <a:t>Haga clic para modificar el estilo de título del patrón</a:t>
            </a:r>
            <a:endParaRPr lang="es-ES" noProof="0" dirty="0"/>
          </a:p>
        </p:txBody>
      </p:sp>
      <p:sp>
        <p:nvSpPr>
          <p:cNvPr id="3" name="Marcador de posición de contenido 2"/>
          <p:cNvSpPr>
            <a:spLocks noGrp="1"/>
          </p:cNvSpPr>
          <p:nvPr>
            <p:ph idx="1"/>
          </p:nvPr>
        </p:nvSpPr>
        <p:spPr>
          <a:xfrm>
            <a:off x="685800" y="609600"/>
            <a:ext cx="6858000" cy="5334000"/>
          </a:xfrm>
        </p:spPr>
        <p:txBody>
          <a:bodyPr rtlCol="0"/>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posición de texto 3"/>
          <p:cNvSpPr>
            <a:spLocks noGrp="1"/>
          </p:cNvSpPr>
          <p:nvPr>
            <p:ph type="body" sz="half" idx="2"/>
          </p:nvPr>
        </p:nvSpPr>
        <p:spPr>
          <a:xfrm>
            <a:off x="8458200" y="2336800"/>
            <a:ext cx="3161963" cy="3606800"/>
          </a:xfrm>
        </p:spPr>
        <p:txBody>
          <a:bodyPr rtlCol="0">
            <a:normAutofit/>
          </a:bodyPr>
          <a:lstStyle>
            <a:lvl1pPr marL="0" indent="0">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s-ES" noProof="0"/>
              <a:t>Haga clic para modificar los estilos de texto del patrón</a:t>
            </a:r>
          </a:p>
        </p:txBody>
      </p:sp>
      <p:sp>
        <p:nvSpPr>
          <p:cNvPr id="8" name="Marcador de fecha 7"/>
          <p:cNvSpPr>
            <a:spLocks noGrp="1"/>
          </p:cNvSpPr>
          <p:nvPr>
            <p:ph type="dt" sz="half" idx="10"/>
          </p:nvPr>
        </p:nvSpPr>
        <p:spPr>
          <a:xfrm>
            <a:off x="5588000" y="6035040"/>
            <a:ext cx="1955800" cy="365760"/>
          </a:xfrm>
        </p:spPr>
        <p:txBody>
          <a:bodyPr rtlCol="0"/>
          <a:lstStyle>
            <a:lvl1pPr>
              <a:defRPr>
                <a:solidFill>
                  <a:schemeClr val="tx1">
                    <a:lumMod val="85000"/>
                    <a:lumOff val="15000"/>
                  </a:schemeClr>
                </a:solidFill>
              </a:defRPr>
            </a:lvl1pPr>
          </a:lstStyle>
          <a:p>
            <a:pPr rtl="0"/>
            <a:fld id="{E55F307F-8DCA-49E1-AAB8-7A48043F0488}" type="datetime1">
              <a:rPr lang="es-ES" noProof="0" smtClean="0"/>
              <a:t>20/05/2026</a:t>
            </a:fld>
            <a:endParaRPr lang="es-ES" noProof="0" dirty="0"/>
          </a:p>
        </p:txBody>
      </p:sp>
      <p:sp>
        <p:nvSpPr>
          <p:cNvPr id="9" name="Marcador de pie de página 8"/>
          <p:cNvSpPr>
            <a:spLocks noGrp="1"/>
          </p:cNvSpPr>
          <p:nvPr>
            <p:ph type="ftr" sz="quarter" idx="11"/>
          </p:nvPr>
        </p:nvSpPr>
        <p:spPr>
          <a:xfrm>
            <a:off x="685801" y="6035040"/>
            <a:ext cx="4584700" cy="365760"/>
          </a:xfrm>
        </p:spPr>
        <p:txBody>
          <a:bodyPr rtlCol="0"/>
          <a:lstStyle>
            <a:lvl1pPr algn="l">
              <a:defRPr/>
            </a:lvl1pPr>
          </a:lstStyle>
          <a:p>
            <a:pPr rtl="0"/>
            <a:endParaRPr lang="es-ES" noProof="0" dirty="0"/>
          </a:p>
        </p:txBody>
      </p:sp>
      <p:sp>
        <p:nvSpPr>
          <p:cNvPr id="11" name="Marcador de número de diapositiva 10"/>
          <p:cNvSpPr>
            <a:spLocks noGrp="1"/>
          </p:cNvSpPr>
          <p:nvPr>
            <p:ph type="sldNum" sz="quarter" idx="12"/>
          </p:nvPr>
        </p:nvSpPr>
        <p:spPr>
          <a:xfrm>
            <a:off x="10396728" y="6035040"/>
            <a:ext cx="1223435" cy="36576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2007531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leyenda">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E687CA98-D9C7-497F-A1DA-7D22F8753BCE}"/>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Marcador de posición de imagen 2"/>
          <p:cNvSpPr>
            <a:spLocks noGrp="1" noChangeAspect="1"/>
          </p:cNvSpPr>
          <p:nvPr>
            <p:ph type="pic" idx="1"/>
          </p:nvPr>
        </p:nvSpPr>
        <p:spPr>
          <a:xfrm>
            <a:off x="228599" y="237744"/>
            <a:ext cx="7696201" cy="6382512"/>
          </a:xfrm>
          <a:solidFill>
            <a:schemeClr val="accent1">
              <a:lumMod val="60000"/>
              <a:lumOff val="40000"/>
            </a:schemeClr>
          </a:solidFill>
          <a:ln>
            <a:noFill/>
          </a:ln>
        </p:spPr>
        <p:txBody>
          <a:bodyPr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s-ES" noProof="0"/>
              <a:t>Haga clic en el icono para agregar una imagen</a:t>
            </a:r>
            <a:endParaRPr lang="es-ES" noProof="0" dirty="0"/>
          </a:p>
        </p:txBody>
      </p:sp>
      <p:sp>
        <p:nvSpPr>
          <p:cNvPr id="5" name="Marcador de fecha 4"/>
          <p:cNvSpPr>
            <a:spLocks noGrp="1"/>
          </p:cNvSpPr>
          <p:nvPr>
            <p:ph type="dt" sz="half" idx="10"/>
          </p:nvPr>
        </p:nvSpPr>
        <p:spPr>
          <a:xfrm>
            <a:off x="5662337" y="6035040"/>
            <a:ext cx="2071963" cy="365760"/>
          </a:xfrm>
        </p:spPr>
        <p:txBody>
          <a:bodyPr rtlCol="0"/>
          <a:lstStyle>
            <a:lvl1pPr>
              <a:defRPr b="1">
                <a:solidFill>
                  <a:srgbClr val="FFFFFF"/>
                </a:solidFill>
                <a:effectLst>
                  <a:outerShdw blurRad="19050" dist="6350" dir="2700000" algn="tl" rotWithShape="0">
                    <a:prstClr val="black">
                      <a:alpha val="40000"/>
                    </a:prstClr>
                  </a:outerShdw>
                </a:effectLst>
              </a:defRPr>
            </a:lvl1pPr>
          </a:lstStyle>
          <a:p>
            <a:pPr rtl="0"/>
            <a:fld id="{601D0CB0-8E92-40D3-AE65-5F6C8CC9EEB8}" type="datetime1">
              <a:rPr lang="es-ES" noProof="0" smtClean="0"/>
              <a:t>20/05/2026</a:t>
            </a:fld>
            <a:endParaRPr lang="es-ES" noProof="0" dirty="0"/>
          </a:p>
        </p:txBody>
      </p:sp>
      <p:sp>
        <p:nvSpPr>
          <p:cNvPr id="6" name="Marcador de pie de página 5"/>
          <p:cNvSpPr>
            <a:spLocks noGrp="1"/>
          </p:cNvSpPr>
          <p:nvPr>
            <p:ph type="ftr" sz="quarter" idx="11"/>
          </p:nvPr>
        </p:nvSpPr>
        <p:spPr>
          <a:xfrm>
            <a:off x="612648" y="6035040"/>
            <a:ext cx="4588002" cy="365760"/>
          </a:xfrm>
        </p:spPr>
        <p:txBody>
          <a:bodyPr rtlCol="0"/>
          <a:lstStyle>
            <a:lvl1pPr marL="0" algn="r" defTabSz="914400" rtl="0" eaLnBrk="1" latinLnBrk="0" hangingPunct="1">
              <a:defRPr lang="en-US" sz="1000" b="1" kern="1200" dirty="0">
                <a:solidFill>
                  <a:srgbClr val="FFFFFF"/>
                </a:solidFill>
                <a:effectLst>
                  <a:outerShdw blurRad="19050" dist="6350" dir="2700000" algn="tl" rotWithShape="0">
                    <a:prstClr val="black">
                      <a:alpha val="40000"/>
                    </a:prstClr>
                  </a:outerShdw>
                </a:effectLst>
                <a:latin typeface="Times New Roman" panose="02020603050405020304" pitchFamily="18" charset="0"/>
                <a:ea typeface="+mn-ea"/>
                <a:cs typeface="+mn-cs"/>
              </a:defRPr>
            </a:lvl1pPr>
          </a:lstStyle>
          <a:p>
            <a:pPr algn="l"/>
            <a:endParaRPr lang="es-ES" noProof="0" dirty="0"/>
          </a:p>
        </p:txBody>
      </p:sp>
      <p:sp>
        <p:nvSpPr>
          <p:cNvPr id="7" name="Marcador de número de diapositiva 6"/>
          <p:cNvSpPr>
            <a:spLocks noGrp="1"/>
          </p:cNvSpPr>
          <p:nvPr>
            <p:ph type="sldNum" sz="quarter" idx="12"/>
          </p:nvPr>
        </p:nvSpPr>
        <p:spPr>
          <a:xfrm>
            <a:off x="10396728" y="6035040"/>
            <a:ext cx="1225296" cy="365760"/>
          </a:xfrm>
        </p:spPr>
        <p:txBody>
          <a:bodyPr rtlCol="0"/>
          <a:lstStyle/>
          <a:p>
            <a:pPr rtl="0"/>
            <a:fld id="{34B7E4EF-A1BD-40F4-AB7B-04F084DD991D}" type="slidenum">
              <a:rPr lang="es-ES" noProof="0" smtClean="0"/>
              <a:t>‹Nº›</a:t>
            </a:fld>
            <a:endParaRPr lang="es-ES" noProof="0" dirty="0"/>
          </a:p>
        </p:txBody>
      </p:sp>
      <p:sp>
        <p:nvSpPr>
          <p:cNvPr id="12" name="Rectángulo 11">
            <a:extLst>
              <a:ext uri="{FF2B5EF4-FFF2-40B4-BE49-F238E27FC236}">
                <a16:creationId xmlns:a16="http://schemas.microsoft.com/office/drawing/2014/main" id="{F8B3D8CC-BB13-41A5-8F34-B8E84A4F9534}"/>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ítulo 1"/>
          <p:cNvSpPr>
            <a:spLocks noGrp="1"/>
          </p:cNvSpPr>
          <p:nvPr>
            <p:ph type="title"/>
          </p:nvPr>
        </p:nvSpPr>
        <p:spPr>
          <a:xfrm>
            <a:off x="8477250" y="603504"/>
            <a:ext cx="3144774" cy="1645920"/>
          </a:xfrm>
        </p:spPr>
        <p:txBody>
          <a:bodyPr rtlCol="0" anchor="b">
            <a:noAutofit/>
          </a:bodyPr>
          <a:lstStyle>
            <a:lvl1pPr algn="l">
              <a:lnSpc>
                <a:spcPct val="100000"/>
              </a:lnSpc>
              <a:defRPr sz="3200" b="0">
                <a:solidFill>
                  <a:schemeClr val="tx1"/>
                </a:solidFill>
                <a:latin typeface="+mj-lt"/>
              </a:defRPr>
            </a:lvl1pPr>
          </a:lstStyle>
          <a:p>
            <a:pPr rtl="0"/>
            <a:r>
              <a:rPr lang="es-ES" noProof="0"/>
              <a:t>Haga clic para modificar el estilo de título del patrón</a:t>
            </a:r>
            <a:endParaRPr lang="es-ES" noProof="0" dirty="0"/>
          </a:p>
        </p:txBody>
      </p:sp>
      <p:sp>
        <p:nvSpPr>
          <p:cNvPr id="4" name="Marcador de posición de texto 3"/>
          <p:cNvSpPr>
            <a:spLocks noGrp="1"/>
          </p:cNvSpPr>
          <p:nvPr>
            <p:ph type="body" sz="half" idx="2"/>
          </p:nvPr>
        </p:nvSpPr>
        <p:spPr>
          <a:xfrm>
            <a:off x="8477250" y="2386584"/>
            <a:ext cx="3144774" cy="3511296"/>
          </a:xfrm>
        </p:spPr>
        <p:txBody>
          <a:bodyPr rtlCol="0">
            <a:normAutofit/>
          </a:bodyPr>
          <a:lstStyle>
            <a:lvl1pPr marL="0" indent="0" algn="l">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s-ES" noProof="0"/>
              <a:t>Haga clic para modificar los estilos de texto del patrón</a:t>
            </a:r>
          </a:p>
        </p:txBody>
      </p:sp>
    </p:spTree>
    <p:extLst>
      <p:ext uri="{BB962C8B-B14F-4D97-AF65-F5344CB8AC3E}">
        <p14:creationId xmlns:p14="http://schemas.microsoft.com/office/powerpoint/2010/main" val="1988086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9" name="Rectángulo 8">
            <a:extLst>
              <a:ext uri="{FF2B5EF4-FFF2-40B4-BE49-F238E27FC236}">
                <a16:creationId xmlns:a16="http://schemas.microsoft.com/office/drawing/2014/main" id="{1E94681D-2A4C-4A8D-B9B5-31D440D0328D}"/>
              </a:ext>
            </a:extLst>
          </p:cNvPr>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p:nvSpPr>
          <p:cNvPr id="7" name="Rectángulo 6"/>
          <p:cNvSpPr/>
          <p:nvPr/>
        </p:nvSpPr>
        <p:spPr>
          <a:xfrm>
            <a:off x="234696" y="237744"/>
            <a:ext cx="11722608" cy="6382512"/>
          </a:xfrm>
          <a:prstGeom prst="rect">
            <a:avLst/>
          </a:prstGeom>
          <a:solidFill>
            <a:schemeClr val="bg1">
              <a:lumMod val="75000"/>
              <a:alpha val="60000"/>
            </a:schemeClr>
          </a:solidFill>
          <a:ln w="6350" cap="flat" cmpd="sng" algn="ctr">
            <a:noFill/>
            <a:prstDash val="solid"/>
          </a:ln>
          <a:effectLst>
            <a:softEdge rad="0"/>
          </a:effectLst>
        </p:spPr>
        <p:txBody>
          <a:bodyPr/>
          <a:lstStyle/>
          <a:p>
            <a:endParaRPr lang="es-CL"/>
          </a:p>
        </p:txBody>
      </p:sp>
      <p:sp>
        <p:nvSpPr>
          <p:cNvPr id="8" name="Rectángulo 7"/>
          <p:cNvSpPr/>
          <p:nvPr/>
        </p:nvSpPr>
        <p:spPr>
          <a:xfrm>
            <a:off x="371856" y="374904"/>
            <a:ext cx="11448288" cy="6108192"/>
          </a:xfrm>
          <a:prstGeom prst="rect">
            <a:avLst/>
          </a:prstGeom>
          <a:noFill/>
          <a:ln w="6350" cap="sq" cmpd="sng" algn="ctr">
            <a:solidFill>
              <a:schemeClr val="tx1">
                <a:lumMod val="85000"/>
                <a:lumOff val="15000"/>
              </a:schemeClr>
            </a:solidFill>
            <a:prstDash val="solid"/>
            <a:miter lim="800000"/>
          </a:ln>
          <a:effectLst/>
        </p:spPr>
        <p:txBody>
          <a:bodyPr/>
          <a:lstStyle/>
          <a:p>
            <a:endParaRPr lang="es-CL"/>
          </a:p>
        </p:txBody>
      </p:sp>
      <p:sp>
        <p:nvSpPr>
          <p:cNvPr id="2" name="Marcador de posición de título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pPr rtl="0"/>
            <a:r>
              <a:rPr lang="es-ES" noProof="0" dirty="0"/>
              <a:t>Haga clic para modificar el estilo de título del patrón</a:t>
            </a:r>
          </a:p>
        </p:txBody>
      </p:sp>
      <p:sp>
        <p:nvSpPr>
          <p:cNvPr id="3" name="Marcador de texto 2"/>
          <p:cNvSpPr>
            <a:spLocks noGrp="1"/>
          </p:cNvSpPr>
          <p:nvPr>
            <p:ph type="body" idx="1"/>
          </p:nvPr>
        </p:nvSpPr>
        <p:spPr>
          <a:xfrm>
            <a:off x="1066800" y="2103120"/>
            <a:ext cx="10058400" cy="3849624"/>
          </a:xfrm>
          <a:prstGeom prst="rect">
            <a:avLst/>
          </a:prstGeom>
        </p:spPr>
        <p:txBody>
          <a:bodyPr vert="horz" lIns="91440" tIns="45720" rIns="91440" bIns="45720" rtlCol="0">
            <a:normAutofit/>
          </a:bodyPr>
          <a:lstStyle/>
          <a:p>
            <a:pPr lvl="0" rtl="0"/>
            <a:r>
              <a:rPr lang="es-ES" noProof="0" dirty="0"/>
              <a:t>Haga clic para modificar los estilos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4" name="Marcador de fecha 3"/>
          <p:cNvSpPr>
            <a:spLocks noGrp="1"/>
          </p:cNvSpPr>
          <p:nvPr>
            <p:ph type="dt" sz="half" idx="2"/>
          </p:nvPr>
        </p:nvSpPr>
        <p:spPr>
          <a:xfrm>
            <a:off x="7256794" y="6035040"/>
            <a:ext cx="2893045" cy="365760"/>
          </a:xfrm>
          <a:prstGeom prst="rect">
            <a:avLst/>
          </a:prstGeom>
        </p:spPr>
        <p:txBody>
          <a:bodyPr vert="horz" lIns="91440" tIns="45720" rIns="91440" bIns="45720" rtlCol="0" anchor="b"/>
          <a:lstStyle>
            <a:lvl1pPr algn="r">
              <a:defRPr sz="800">
                <a:solidFill>
                  <a:schemeClr val="tx1">
                    <a:lumMod val="75000"/>
                    <a:lumOff val="25000"/>
                  </a:schemeClr>
                </a:solidFill>
                <a:latin typeface="Times New Roman" panose="02020603050405020304" pitchFamily="18" charset="0"/>
              </a:defRPr>
            </a:lvl1pPr>
          </a:lstStyle>
          <a:p>
            <a:fld id="{866AC802-5133-4B8C-9A13-707AEB2FE535}" type="datetime1">
              <a:rPr lang="es-ES" noProof="0" smtClean="0"/>
              <a:t>20/05/2026</a:t>
            </a:fld>
            <a:endParaRPr lang="es-ES" noProof="0" dirty="0"/>
          </a:p>
        </p:txBody>
      </p:sp>
      <p:sp>
        <p:nvSpPr>
          <p:cNvPr id="5" name="Marcador de posición de pie de página 4"/>
          <p:cNvSpPr>
            <a:spLocks noGrp="1"/>
          </p:cNvSpPr>
          <p:nvPr>
            <p:ph type="ftr" sz="quarter" idx="3"/>
          </p:nvPr>
        </p:nvSpPr>
        <p:spPr>
          <a:xfrm>
            <a:off x="1066800" y="6035040"/>
            <a:ext cx="5816600" cy="365760"/>
          </a:xfrm>
          <a:prstGeom prst="rect">
            <a:avLst/>
          </a:prstGeom>
        </p:spPr>
        <p:txBody>
          <a:bodyPr vert="horz" lIns="91440" tIns="45720" rIns="91440" bIns="45720" rtlCol="0" anchor="b"/>
          <a:lstStyle>
            <a:lvl1pPr algn="l">
              <a:defRPr sz="800">
                <a:solidFill>
                  <a:schemeClr val="tx1">
                    <a:lumMod val="85000"/>
                    <a:lumOff val="15000"/>
                  </a:schemeClr>
                </a:solidFill>
                <a:latin typeface="Times New Roman" panose="02020603050405020304" pitchFamily="18" charset="0"/>
              </a:defRPr>
            </a:lvl1pPr>
          </a:lstStyle>
          <a:p>
            <a:endParaRPr lang="es-ES" noProof="0" dirty="0"/>
          </a:p>
        </p:txBody>
      </p:sp>
      <p:sp>
        <p:nvSpPr>
          <p:cNvPr id="6" name="Marcador de número de diapositiva 5"/>
          <p:cNvSpPr>
            <a:spLocks noGrp="1"/>
          </p:cNvSpPr>
          <p:nvPr>
            <p:ph type="sldNum" sz="quarter" idx="4"/>
          </p:nvPr>
        </p:nvSpPr>
        <p:spPr>
          <a:xfrm>
            <a:off x="10287000" y="6035040"/>
            <a:ext cx="838200" cy="365760"/>
          </a:xfrm>
          <a:prstGeom prst="rect">
            <a:avLst/>
          </a:prstGeom>
        </p:spPr>
        <p:txBody>
          <a:bodyPr vert="horz" lIns="91440" tIns="45720" rIns="91440" bIns="45720" rtlCol="0" anchor="b"/>
          <a:lstStyle>
            <a:lvl1pPr algn="r">
              <a:defRPr sz="800">
                <a:solidFill>
                  <a:schemeClr val="tx1">
                    <a:lumMod val="75000"/>
                    <a:lumOff val="25000"/>
                  </a:schemeClr>
                </a:solidFill>
                <a:latin typeface="Times New Roman" panose="02020603050405020304" pitchFamily="18" charset="0"/>
              </a:defRPr>
            </a:lvl1pPr>
          </a:lstStyle>
          <a:p>
            <a:fld id="{34B7E4EF-A1BD-40F4-AB7B-04F084DD991D}" type="slidenum">
              <a:rPr lang="es-ES" noProof="0" smtClean="0"/>
              <a:pPr/>
              <a:t>‹Nº›</a:t>
            </a:fld>
            <a:endParaRPr lang="es-ES" noProof="0" dirty="0"/>
          </a:p>
        </p:txBody>
      </p:sp>
    </p:spTree>
    <p:extLst>
      <p:ext uri="{BB962C8B-B14F-4D97-AF65-F5344CB8AC3E}">
        <p14:creationId xmlns:p14="http://schemas.microsoft.com/office/powerpoint/2010/main" val="21164094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sldNum="0" hdr="0" ftr="0" dt="0"/>
  <p:txStyles>
    <p:titleStyle>
      <a:lvl1pPr algn="l" defTabSz="914400" rtl="0" eaLnBrk="1" latinLnBrk="0" hangingPunct="1">
        <a:lnSpc>
          <a:spcPct val="90000"/>
        </a:lnSpc>
        <a:spcBef>
          <a:spcPct val="0"/>
        </a:spcBef>
        <a:buNone/>
        <a:defRPr lang="en-US" sz="3600" i="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20000"/>
        </a:lnSpc>
        <a:spcBef>
          <a:spcPts val="900"/>
        </a:spcBef>
        <a:spcAft>
          <a:spcPts val="0"/>
        </a:spcAft>
        <a:buClr>
          <a:schemeClr val="tx1">
            <a:lumMod val="85000"/>
            <a:lumOff val="15000"/>
          </a:schemeClr>
        </a:buClr>
        <a:buFont typeface="Garamond" pitchFamily="18" charset="0"/>
        <a:buChar char="◦"/>
        <a:defRPr sz="1400" kern="120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200" kern="1200">
          <a:solidFill>
            <a:schemeClr val="tx1"/>
          </a:solidFill>
          <a:latin typeface="Times New Roman" panose="02020603050405020304" pitchFamily="18" charset="0"/>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2.xml"/><Relationship Id="rId3" Type="http://schemas.openxmlformats.org/officeDocument/2006/relationships/notesSlide" Target="../notesSlides/notesSlide2.xml"/><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svg"/><Relationship Id="rId3"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sv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62BA1780-A246-4C7F-9267-727EF2F4E785}"/>
              </a:ext>
              <a:ext uri="{C183D7F6-B498-43B3-948B-1728B52AA6E4}">
                <adec:decorative xmlns:adec="http://schemas.microsoft.com/office/drawing/2017/decorative" val="1"/>
              </a:ext>
            </a:extLst>
          </p:cNvPr>
          <p:cNvPicPr>
            <a:picLocks noChangeAspect="1"/>
          </p:cNvPicPr>
          <p:nvPr/>
        </p:nvPicPr>
        <p:blipFill rotWithShape="1">
          <a:blip r:embed="rId4"/>
          <a:srcRect t="3846"/>
          <a:stretch/>
        </p:blipFill>
        <p:spPr>
          <a:xfrm>
            <a:off x="20" y="10"/>
            <a:ext cx="12191979" cy="6857990"/>
          </a:xfrm>
          <a:prstGeom prst="rect">
            <a:avLst/>
          </a:prstGeom>
        </p:spPr>
      </p:pic>
      <p:sp>
        <p:nvSpPr>
          <p:cNvPr id="19" name="Rectángulo 18">
            <a:extLst>
              <a:ext uri="{FF2B5EF4-FFF2-40B4-BE49-F238E27FC236}">
                <a16:creationId xmlns:a16="http://schemas.microsoft.com/office/drawing/2014/main" id="{2644B391-9BFE-445C-A9EC-F544BB85FB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7329" y="1808532"/>
            <a:ext cx="5452527" cy="3240936"/>
          </a:xfrm>
          <a:prstGeom prst="rect">
            <a:avLst/>
          </a:prstGeom>
          <a:solidFill>
            <a:schemeClr val="bg1">
              <a:lumMod val="75000"/>
              <a:lumOff val="25000"/>
            </a:schemeClr>
          </a:solidFill>
          <a:ln w="6350" cap="sq" cmpd="sng" algn="ctr">
            <a:noFill/>
            <a:prstDash val="solid"/>
            <a:miter lim="800000"/>
          </a:ln>
          <a:effectLst/>
        </p:spPr>
        <p:txBody>
          <a:bodyPr/>
          <a:lstStyle/>
          <a:p>
            <a:endParaRPr lang="es-CL"/>
          </a:p>
        </p:txBody>
      </p:sp>
      <p:sp>
        <p:nvSpPr>
          <p:cNvPr id="21" name="Rectángulo 20">
            <a:extLst>
              <a:ext uri="{FF2B5EF4-FFF2-40B4-BE49-F238E27FC236}">
                <a16:creationId xmlns:a16="http://schemas.microsoft.com/office/drawing/2014/main" id="{80F26E69-87D9-4655-AE7B-280A87AA3C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3272" y="1975104"/>
            <a:ext cx="5120640" cy="2907792"/>
          </a:xfrm>
          <a:prstGeom prst="rect">
            <a:avLst/>
          </a:prstGeom>
          <a:noFill/>
          <a:ln w="6350" cap="sq" cmpd="sng" algn="ctr">
            <a:solidFill>
              <a:schemeClr val="tx1"/>
            </a:solidFill>
            <a:prstDash val="solid"/>
            <a:miter lim="800000"/>
          </a:ln>
          <a:effectLst>
            <a:softEdge rad="0"/>
          </a:effectLst>
        </p:spPr>
        <p:txBody>
          <a:bodyPr/>
          <a:lstStyle/>
          <a:p>
            <a:endParaRPr lang="es-CL"/>
          </a:p>
        </p:txBody>
      </p:sp>
      <p:sp>
        <p:nvSpPr>
          <p:cNvPr id="2" name="Título 1">
            <a:extLst>
              <a:ext uri="{FF2B5EF4-FFF2-40B4-BE49-F238E27FC236}">
                <a16:creationId xmlns:a16="http://schemas.microsoft.com/office/drawing/2014/main" id="{C0D7398C-75E5-4CB0-BA4F-D7D5CF2495D4}"/>
              </a:ext>
            </a:extLst>
          </p:cNvPr>
          <p:cNvSpPr>
            <a:spLocks noGrp="1"/>
          </p:cNvSpPr>
          <p:nvPr>
            <p:ph type="ctrTitle"/>
          </p:nvPr>
        </p:nvSpPr>
        <p:spPr>
          <a:xfrm>
            <a:off x="1276054" y="2519823"/>
            <a:ext cx="4775075" cy="1630906"/>
          </a:xfrm>
        </p:spPr>
        <p:txBody>
          <a:bodyPr rtlCol="0">
            <a:normAutofit fontScale="90000"/>
          </a:bodyPr>
          <a:lstStyle/>
          <a:p>
            <a:r>
              <a:rPr lang="es-MX" sz="4400" dirty="0">
                <a:solidFill>
                  <a:schemeClr val="tx1"/>
                </a:solidFill>
              </a:rPr>
              <a:t>Análisis Catálogo de Esquemas Tributarios</a:t>
            </a:r>
          </a:p>
        </p:txBody>
      </p:sp>
      <p:sp>
        <p:nvSpPr>
          <p:cNvPr id="3" name="Subtítulo 2">
            <a:extLst>
              <a:ext uri="{FF2B5EF4-FFF2-40B4-BE49-F238E27FC236}">
                <a16:creationId xmlns:a16="http://schemas.microsoft.com/office/drawing/2014/main" id="{5C5BFB45-FC34-495C-9C68-F9641246C2EE}"/>
              </a:ext>
            </a:extLst>
          </p:cNvPr>
          <p:cNvSpPr>
            <a:spLocks noGrp="1"/>
          </p:cNvSpPr>
          <p:nvPr>
            <p:ph type="subTitle" idx="1"/>
          </p:nvPr>
        </p:nvSpPr>
        <p:spPr>
          <a:xfrm>
            <a:off x="8691717" y="5388077"/>
            <a:ext cx="3500263" cy="1248697"/>
          </a:xfrm>
        </p:spPr>
        <p:txBody>
          <a:bodyPr rtlCol="0">
            <a:normAutofit fontScale="85000" lnSpcReduction="20000"/>
          </a:bodyPr>
          <a:lstStyle/>
          <a:p>
            <a:pPr algn="l" rtl="0"/>
            <a:r>
              <a:rPr lang="es-ES" dirty="0">
                <a:solidFill>
                  <a:schemeClr val="tx1"/>
                </a:solidFill>
              </a:rPr>
              <a:t>Integrantes:</a:t>
            </a:r>
          </a:p>
          <a:p>
            <a:pPr algn="l" rtl="0"/>
            <a:r>
              <a:rPr lang="es-ES" dirty="0">
                <a:solidFill>
                  <a:schemeClr val="tx1"/>
                </a:solidFill>
              </a:rPr>
              <a:t>	</a:t>
            </a:r>
            <a:r>
              <a:rPr lang="es-ES">
                <a:solidFill>
                  <a:schemeClr val="tx1"/>
                </a:solidFill>
              </a:rPr>
              <a:t>Andrea Añasco</a:t>
            </a:r>
            <a:endParaRPr lang="es-ES" dirty="0">
              <a:solidFill>
                <a:schemeClr val="tx1"/>
              </a:solidFill>
            </a:endParaRPr>
          </a:p>
          <a:p>
            <a:pPr algn="l" rtl="0"/>
            <a:r>
              <a:rPr lang="es-ES" dirty="0">
                <a:solidFill>
                  <a:schemeClr val="tx1"/>
                </a:solidFill>
              </a:rPr>
              <a:t>	Nicolas Muñoz</a:t>
            </a:r>
          </a:p>
          <a:p>
            <a:pPr algn="l" rtl="0"/>
            <a:r>
              <a:rPr lang="es-ES" dirty="0">
                <a:solidFill>
                  <a:schemeClr val="tx1"/>
                </a:solidFill>
              </a:rPr>
              <a:t>	Karen Rebolledo</a:t>
            </a:r>
          </a:p>
          <a:p>
            <a:pPr algn="l"/>
            <a:r>
              <a:rPr lang="es-ES" dirty="0">
                <a:solidFill>
                  <a:schemeClr val="tx1"/>
                </a:solidFill>
              </a:rPr>
              <a:t>                Gema Sepulveda</a:t>
            </a:r>
          </a:p>
          <a:p>
            <a:pPr algn="l" rtl="0"/>
            <a:endParaRPr lang="es-ES" dirty="0">
              <a:solidFill>
                <a:schemeClr val="tx1"/>
              </a:solidFill>
            </a:endParaRPr>
          </a:p>
        </p:txBody>
      </p:sp>
    </p:spTree>
    <p:extLst>
      <p:ext uri="{BB962C8B-B14F-4D97-AF65-F5344CB8AC3E}">
        <p14:creationId xmlns:p14="http://schemas.microsoft.com/office/powerpoint/2010/main" val="215208291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392D2F-1442-4514-58B3-4FB2E0855D1F}"/>
              </a:ext>
            </a:extLst>
          </p:cNvPr>
          <p:cNvSpPr>
            <a:spLocks noGrp="1"/>
          </p:cNvSpPr>
          <p:nvPr>
            <p:ph type="title"/>
          </p:nvPr>
        </p:nvSpPr>
        <p:spPr>
          <a:xfrm>
            <a:off x="1623060" y="2797378"/>
            <a:ext cx="8933688" cy="2406895"/>
          </a:xfrm>
        </p:spPr>
        <p:txBody>
          <a:bodyPr anchor="ctr">
            <a:noAutofit/>
          </a:bodyPr>
          <a:lstStyle/>
          <a:p>
            <a:r>
              <a:rPr lang="es-MX" sz="3000" dirty="0"/>
              <a:t>Prestación de servicios profesionales a través de una sociedad de</a:t>
            </a:r>
            <a:br>
              <a:rPr lang="es-MX" sz="3000" dirty="0"/>
            </a:br>
            <a:r>
              <a:rPr lang="es-MX" sz="3000" dirty="0"/>
              <a:t>profesionales en la que los servicios son prestados por uno de los socios,</a:t>
            </a:r>
            <a:br>
              <a:rPr lang="es-MX" sz="3000" dirty="0"/>
            </a:br>
            <a:r>
              <a:rPr lang="es-MX" sz="3000" dirty="0"/>
              <a:t>mientras que el retiro de utilidades se efectúa por todos los socios.</a:t>
            </a:r>
            <a:endParaRPr lang="es-CL" sz="3000" dirty="0"/>
          </a:p>
        </p:txBody>
      </p:sp>
      <p:sp>
        <p:nvSpPr>
          <p:cNvPr id="8" name="Text Placeholder 2">
            <a:extLst>
              <a:ext uri="{FF2B5EF4-FFF2-40B4-BE49-F238E27FC236}">
                <a16:creationId xmlns:a16="http://schemas.microsoft.com/office/drawing/2014/main" id="{1FF5A488-E9D6-79BB-6013-0F20280C0F50}"/>
              </a:ext>
            </a:extLst>
          </p:cNvPr>
          <p:cNvSpPr>
            <a:spLocks noGrp="1"/>
          </p:cNvSpPr>
          <p:nvPr>
            <p:ph type="body" idx="1"/>
          </p:nvPr>
        </p:nvSpPr>
        <p:spPr>
          <a:xfrm>
            <a:off x="1616964" y="2037185"/>
            <a:ext cx="8939784" cy="457200"/>
          </a:xfrm>
        </p:spPr>
        <p:txBody>
          <a:bodyPr/>
          <a:lstStyle/>
          <a:p>
            <a:pPr algn="l"/>
            <a:r>
              <a:rPr lang="en-US" b="1" dirty="0"/>
              <a:t>Caso 86</a:t>
            </a:r>
          </a:p>
        </p:txBody>
      </p:sp>
    </p:spTree>
    <p:extLst>
      <p:ext uri="{BB962C8B-B14F-4D97-AF65-F5344CB8AC3E}">
        <p14:creationId xmlns:p14="http://schemas.microsoft.com/office/powerpoint/2010/main" val="1352873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BB8085-1FFF-44DD-A144-D794D923CF00}"/>
              </a:ext>
            </a:extLst>
          </p:cNvPr>
          <p:cNvSpPr>
            <a:spLocks noGrp="1"/>
          </p:cNvSpPr>
          <p:nvPr>
            <p:ph type="title"/>
          </p:nvPr>
        </p:nvSpPr>
        <p:spPr>
          <a:xfrm>
            <a:off x="1066800" y="642594"/>
            <a:ext cx="10058400" cy="1371600"/>
          </a:xfrm>
        </p:spPr>
        <p:txBody>
          <a:bodyPr rtlCol="0">
            <a:normAutofit/>
          </a:bodyPr>
          <a:lstStyle/>
          <a:p>
            <a:pPr algn="ctr"/>
            <a:r>
              <a:rPr lang="es-ES"/>
              <a:t>Indice</a:t>
            </a:r>
            <a:endParaRPr lang="es-ES" dirty="0"/>
          </a:p>
        </p:txBody>
      </p:sp>
      <p:graphicFrame>
        <p:nvGraphicFramePr>
          <p:cNvPr id="5" name="Marcador de contenido 2" descr="Diagrama de proceso de SmartArt">
            <a:extLst>
              <a:ext uri="{FF2B5EF4-FFF2-40B4-BE49-F238E27FC236}">
                <a16:creationId xmlns:a16="http://schemas.microsoft.com/office/drawing/2014/main" id="{60233515-42BF-4401-AB7F-458C06159D34}"/>
              </a:ext>
            </a:extLst>
          </p:cNvPr>
          <p:cNvGraphicFramePr>
            <a:graphicFrameLocks noGrp="1"/>
          </p:cNvGraphicFramePr>
          <p:nvPr>
            <p:ph idx="1"/>
            <p:extLst>
              <p:ext uri="{D42A27DB-BD31-4B8C-83A1-F6EECF244321}">
                <p14:modId xmlns:p14="http://schemas.microsoft.com/office/powerpoint/2010/main" val="2810407620"/>
              </p:ext>
            </p:extLst>
          </p:nvPr>
        </p:nvGraphicFramePr>
        <p:xfrm>
          <a:off x="1066800" y="2310063"/>
          <a:ext cx="10058400" cy="372561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833773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15E616-3D4F-6FB8-53C8-F11FE4E027DF}"/>
              </a:ext>
            </a:extLst>
          </p:cNvPr>
          <p:cNvSpPr>
            <a:spLocks noGrp="1"/>
          </p:cNvSpPr>
          <p:nvPr>
            <p:ph type="title"/>
          </p:nvPr>
        </p:nvSpPr>
        <p:spPr>
          <a:xfrm>
            <a:off x="950993" y="387512"/>
            <a:ext cx="10167557" cy="1371600"/>
          </a:xfrm>
        </p:spPr>
        <p:txBody>
          <a:bodyPr anchor="ctr">
            <a:normAutofit/>
          </a:bodyPr>
          <a:lstStyle/>
          <a:p>
            <a:r>
              <a:rPr lang="es-CL" dirty="0"/>
              <a:t>Análisis del caso 86</a:t>
            </a:r>
          </a:p>
        </p:txBody>
      </p:sp>
      <p:sp>
        <p:nvSpPr>
          <p:cNvPr id="16" name="Text Placeholder 2">
            <a:extLst>
              <a:ext uri="{FF2B5EF4-FFF2-40B4-BE49-F238E27FC236}">
                <a16:creationId xmlns:a16="http://schemas.microsoft.com/office/drawing/2014/main" id="{15565CAC-C6A7-1BDC-1AA8-94C6FDE6984B}"/>
              </a:ext>
            </a:extLst>
          </p:cNvPr>
          <p:cNvSpPr>
            <a:spLocks noGrp="1"/>
          </p:cNvSpPr>
          <p:nvPr>
            <p:ph type="body" idx="1"/>
          </p:nvPr>
        </p:nvSpPr>
        <p:spPr>
          <a:xfrm>
            <a:off x="766917" y="1632275"/>
            <a:ext cx="6788636" cy="640080"/>
          </a:xfrm>
          <a:solidFill>
            <a:schemeClr val="tx1">
              <a:alpha val="74000"/>
            </a:schemeClr>
          </a:solidFill>
        </p:spPr>
        <p:txBody>
          <a:bodyPr/>
          <a:lstStyle/>
          <a:p>
            <a:r>
              <a:rPr lang="en-US" dirty="0" err="1">
                <a:solidFill>
                  <a:srgbClr val="FFC000"/>
                </a:solidFill>
              </a:rPr>
              <a:t>Normativa</a:t>
            </a:r>
            <a:r>
              <a:rPr lang="en-US" dirty="0">
                <a:solidFill>
                  <a:srgbClr val="FFC000"/>
                </a:solidFill>
              </a:rPr>
              <a:t> Base </a:t>
            </a:r>
          </a:p>
        </p:txBody>
      </p:sp>
      <p:sp>
        <p:nvSpPr>
          <p:cNvPr id="3" name="Marcador de contenido 2">
            <a:extLst>
              <a:ext uri="{FF2B5EF4-FFF2-40B4-BE49-F238E27FC236}">
                <a16:creationId xmlns:a16="http://schemas.microsoft.com/office/drawing/2014/main" id="{C4361133-DE97-61E7-FBDE-B43774843564}"/>
              </a:ext>
            </a:extLst>
          </p:cNvPr>
          <p:cNvSpPr>
            <a:spLocks noGrp="1"/>
          </p:cNvSpPr>
          <p:nvPr>
            <p:ph sz="half" idx="2"/>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766916" y="2407521"/>
            <a:ext cx="6788637" cy="3796633"/>
          </a:xfrm>
        </p:spPr>
        <p:txBody>
          <a:bodyPr>
            <a:normAutofit fontScale="92500" lnSpcReduction="20000"/>
          </a:bodyPr>
          <a:lstStyle/>
          <a:p>
            <a:pPr marL="0" indent="0">
              <a:lnSpc>
                <a:spcPct val="90000"/>
              </a:lnSpc>
              <a:spcBef>
                <a:spcPts val="2500"/>
              </a:spcBef>
              <a:buFont typeface="Arial" panose="020B0604020202020204" pitchFamily="34" charset="0"/>
              <a:buNone/>
            </a:pPr>
            <a:r>
              <a:rPr lang="es-MX" sz="1200" b="1" dirty="0"/>
              <a:t>Artículo 42 N°2 de la Ley de Impuesto a la Renta</a:t>
            </a:r>
          </a:p>
          <a:p>
            <a:pPr marL="0" lvl="1" indent="0">
              <a:lnSpc>
                <a:spcPct val="90000"/>
              </a:lnSpc>
              <a:buFont typeface="Arial" panose="020B0604020202020204" pitchFamily="34" charset="0"/>
              <a:buNone/>
            </a:pPr>
            <a:r>
              <a:rPr lang="es-MX" sz="1200" dirty="0"/>
              <a:t>Artículo 42°.- Se aplicará, calculará y cobrará un impuesto en conformidad a lo dispuesto en el artículo 43, sobre las siguientes rentas:</a:t>
            </a:r>
          </a:p>
          <a:p>
            <a:pPr marL="0" lvl="1" indent="0">
              <a:lnSpc>
                <a:spcPct val="90000"/>
              </a:lnSpc>
              <a:buFont typeface="Arial" panose="020B0604020202020204" pitchFamily="34" charset="0"/>
              <a:buNone/>
            </a:pPr>
            <a:r>
              <a:rPr lang="es-MX" sz="1200" dirty="0"/>
              <a:t>2°.- Ingresos provenientes del ejercicio de las profesiones liberales o de cualquiera otra profesión u ocupación lucrativa no comprendida en la primera categoría ni en el número anterior ….</a:t>
            </a:r>
          </a:p>
          <a:p>
            <a:pPr marL="0" lvl="1" indent="0">
              <a:lnSpc>
                <a:spcPct val="90000"/>
              </a:lnSpc>
              <a:buFont typeface="Arial" panose="020B0604020202020204" pitchFamily="34" charset="0"/>
              <a:buNone/>
            </a:pPr>
            <a:r>
              <a:rPr lang="es-MX" sz="1200" dirty="0"/>
              <a:t>Sin perjuicio de lo dispuesto en los incisos anteriores, las sociedades de profesionales que presten exclusivamente servicios o asesorías profesionales, podrán optar por declarar sus rentas de acuerdo con las normas de la primera categoría, sujetándose a sus disposiciones para todos los efectos de esta ley.  El ejercicio de la opción deberá practicarse dentro de los tres primeros meses del año comercial respectivo, presentando una declaración al Servicio de Impuestos Internos en dicho plazo, acogiéndose al citado régimen tributario, el cual regirá a contar de ese mismo año.</a:t>
            </a:r>
          </a:p>
          <a:p>
            <a:pPr marL="0" lvl="1" indent="0">
              <a:lnSpc>
                <a:spcPct val="90000"/>
              </a:lnSpc>
              <a:buFont typeface="Arial" panose="020B0604020202020204" pitchFamily="34" charset="0"/>
              <a:buNone/>
            </a:pPr>
            <a:endParaRPr lang="es-MX" sz="1200" dirty="0"/>
          </a:p>
          <a:p>
            <a:pPr marL="0" lvl="1" indent="0">
              <a:lnSpc>
                <a:spcPct val="90000"/>
              </a:lnSpc>
              <a:buFont typeface="Arial" panose="020B0604020202020204" pitchFamily="34" charset="0"/>
              <a:buNone/>
            </a:pPr>
            <a:r>
              <a:rPr lang="es-MX" sz="1200" b="1" dirty="0"/>
              <a:t>Circular N°21 de 1991, Circular N°50 de 2020</a:t>
            </a:r>
          </a:p>
          <a:p>
            <a:pPr marL="0" lvl="1" indent="0">
              <a:lnSpc>
                <a:spcPct val="90000"/>
              </a:lnSpc>
              <a:buFont typeface="Arial" panose="020B0604020202020204" pitchFamily="34" charset="0"/>
              <a:buNone/>
            </a:pPr>
            <a:endParaRPr lang="es-MX" sz="1200" b="1" dirty="0"/>
          </a:p>
          <a:p>
            <a:pPr marL="0" lvl="1" indent="0">
              <a:lnSpc>
                <a:spcPct val="90000"/>
              </a:lnSpc>
              <a:buFont typeface="Arial" panose="020B0604020202020204" pitchFamily="34" charset="0"/>
              <a:buNone/>
            </a:pPr>
            <a:r>
              <a:rPr lang="es-MX" sz="1200" dirty="0"/>
              <a:t>Conforme las referidas instrucciones administrativas, para calificar como sociedad de profesionales, se deben reunir los siguientes requisitos:</a:t>
            </a:r>
          </a:p>
          <a:p>
            <a:pPr marL="171450" lvl="1" indent="-171450">
              <a:lnSpc>
                <a:spcPct val="90000"/>
              </a:lnSpc>
              <a:buFontTx/>
              <a:buChar char="-"/>
            </a:pPr>
            <a:r>
              <a:rPr lang="es-MX" sz="1200" dirty="0"/>
              <a:t>Debe tratarse de una sociedad de personas.</a:t>
            </a:r>
          </a:p>
          <a:p>
            <a:pPr marL="171450" lvl="1" indent="-171450">
              <a:lnSpc>
                <a:spcPct val="90000"/>
              </a:lnSpc>
              <a:buFontTx/>
              <a:buChar char="-"/>
            </a:pPr>
            <a:r>
              <a:rPr lang="es-MX" sz="1200" dirty="0"/>
              <a:t>Su objeto exclusivo debe ser la prestación de servicios o asesorías profesionales.</a:t>
            </a:r>
          </a:p>
          <a:p>
            <a:pPr marL="171450" lvl="1" indent="-171450">
              <a:lnSpc>
                <a:spcPct val="90000"/>
              </a:lnSpc>
              <a:buFontTx/>
              <a:buChar char="-"/>
            </a:pPr>
            <a:r>
              <a:rPr lang="es-MX" sz="1200" dirty="0"/>
              <a:t>Estos servicios deben ser prestados por intermedio de sus socios, asociados o con la colaboración de dependientes que coadyuven a la prestación del servicio profesional.</a:t>
            </a:r>
          </a:p>
          <a:p>
            <a:pPr marL="171450" lvl="1" indent="-171450">
              <a:lnSpc>
                <a:spcPct val="90000"/>
              </a:lnSpc>
              <a:buFontTx/>
              <a:buChar char="-"/>
            </a:pPr>
            <a:r>
              <a:rPr lang="es-MX" sz="1200" dirty="0"/>
              <a:t>Todos sus socios (sean personas naturales u otras sociedades de profesionales) deben ejercer sus profesiones para la sociedad, no siendo aceptable que uno o más de ellos solo aporte capital. Al respecto, no es relevante la forma en que se remuneren los servicios prestados por el socio (contrato de trabajo, sueldo patronal, retiro de utilidades, etc.), sino la realización efectiva de labores profesionales en beneficio de la sociedad. </a:t>
            </a:r>
          </a:p>
          <a:p>
            <a:pPr marL="171450" lvl="1" indent="-171450">
              <a:lnSpc>
                <a:spcPct val="90000"/>
              </a:lnSpc>
              <a:buFontTx/>
              <a:buChar char="-"/>
            </a:pPr>
            <a:r>
              <a:rPr lang="es-MX" sz="1200" dirty="0"/>
              <a:t>Entre otras.</a:t>
            </a:r>
          </a:p>
          <a:p>
            <a:pPr marL="171450" lvl="1" indent="-171450">
              <a:lnSpc>
                <a:spcPct val="90000"/>
              </a:lnSpc>
              <a:buFontTx/>
              <a:buChar char="-"/>
            </a:pPr>
            <a:endParaRPr lang="es-MX" sz="1200" dirty="0"/>
          </a:p>
          <a:p>
            <a:pPr marL="171450" lvl="1" indent="-171450">
              <a:lnSpc>
                <a:spcPct val="90000"/>
              </a:lnSpc>
              <a:buFontTx/>
              <a:buChar char="-"/>
            </a:pPr>
            <a:endParaRPr lang="es-MX" sz="1200" dirty="0"/>
          </a:p>
        </p:txBody>
      </p:sp>
      <p:sp>
        <p:nvSpPr>
          <p:cNvPr id="15" name="Text Placeholder 4">
            <a:extLst>
              <a:ext uri="{FF2B5EF4-FFF2-40B4-BE49-F238E27FC236}">
                <a16:creationId xmlns:a16="http://schemas.microsoft.com/office/drawing/2014/main" id="{D41CD1A1-F8A5-0D2C-418C-0A39995CC004}"/>
              </a:ext>
            </a:extLst>
          </p:cNvPr>
          <p:cNvSpPr>
            <a:spLocks noGrp="1"/>
          </p:cNvSpPr>
          <p:nvPr>
            <p:ph type="body" sz="quarter" idx="3"/>
          </p:nvPr>
        </p:nvSpPr>
        <p:spPr>
          <a:xfrm>
            <a:off x="8786830" y="1119579"/>
            <a:ext cx="4663440" cy="640080"/>
          </a:xfrm>
        </p:spPr>
        <p:txBody>
          <a:bodyPr/>
          <a:lstStyle/>
          <a:p>
            <a:r>
              <a:rPr lang="en-US" dirty="0"/>
              <a:t>Malla </a:t>
            </a:r>
            <a:r>
              <a:rPr lang="en-US" dirty="0" err="1"/>
              <a:t>Societaria</a:t>
            </a:r>
            <a:endParaRPr lang="en-US" dirty="0"/>
          </a:p>
        </p:txBody>
      </p:sp>
      <p:pic>
        <p:nvPicPr>
          <p:cNvPr id="5" name="Gráfico 4" descr="Hombre con relleno sólido">
            <a:extLst>
              <a:ext uri="{FF2B5EF4-FFF2-40B4-BE49-F238E27FC236}">
                <a16:creationId xmlns:a16="http://schemas.microsoft.com/office/drawing/2014/main" id="{E339AAEE-46CA-99C7-E28C-068518042B1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44400" y="2816891"/>
            <a:ext cx="914400" cy="914400"/>
          </a:xfrm>
          <a:prstGeom prst="rect">
            <a:avLst/>
          </a:prstGeom>
        </p:spPr>
      </p:pic>
      <p:pic>
        <p:nvPicPr>
          <p:cNvPr id="7" name="Gráfico 6" descr="Hombre contorno">
            <a:extLst>
              <a:ext uri="{FF2B5EF4-FFF2-40B4-BE49-F238E27FC236}">
                <a16:creationId xmlns:a16="http://schemas.microsoft.com/office/drawing/2014/main" id="{3C714033-893F-48F1-1A2F-8630E21214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80566" y="2812247"/>
            <a:ext cx="914400" cy="914400"/>
          </a:xfrm>
          <a:prstGeom prst="rect">
            <a:avLst/>
          </a:prstGeom>
        </p:spPr>
      </p:pic>
      <p:pic>
        <p:nvPicPr>
          <p:cNvPr id="9" name="Gráfico 8" descr="Hombre con relleno sólido">
            <a:extLst>
              <a:ext uri="{FF2B5EF4-FFF2-40B4-BE49-F238E27FC236}">
                <a16:creationId xmlns:a16="http://schemas.microsoft.com/office/drawing/2014/main" id="{4DE45091-A15B-3D06-8D86-7F4592EC377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8499" y="2812247"/>
            <a:ext cx="914400" cy="914400"/>
          </a:xfrm>
          <a:prstGeom prst="rect">
            <a:avLst/>
          </a:prstGeom>
        </p:spPr>
      </p:pic>
      <p:sp>
        <p:nvSpPr>
          <p:cNvPr id="10" name="Rectángulo 9">
            <a:extLst>
              <a:ext uri="{FF2B5EF4-FFF2-40B4-BE49-F238E27FC236}">
                <a16:creationId xmlns:a16="http://schemas.microsoft.com/office/drawing/2014/main" id="{5B9A438B-DA85-88CE-D63C-32383309A56B}"/>
              </a:ext>
            </a:extLst>
          </p:cNvPr>
          <p:cNvSpPr/>
          <p:nvPr/>
        </p:nvSpPr>
        <p:spPr>
          <a:xfrm>
            <a:off x="9552459" y="2272355"/>
            <a:ext cx="370614" cy="400110"/>
          </a:xfrm>
          <a:prstGeom prst="rect">
            <a:avLst/>
          </a:prstGeom>
        </p:spPr>
        <p:style>
          <a:lnRef idx="2">
            <a:schemeClr val="dk1"/>
          </a:lnRef>
          <a:fillRef idx="1">
            <a:schemeClr val="lt1"/>
          </a:fillRef>
          <a:effectRef idx="0">
            <a:schemeClr val="dk1"/>
          </a:effectRef>
          <a:fontRef idx="minor">
            <a:schemeClr val="dk1"/>
          </a:fontRef>
        </p:style>
        <p:txBody>
          <a:bodyPr wrap="none" lIns="91440" tIns="45720" rIns="91440" bIns="45720">
            <a:spAutoFit/>
          </a:bodyPr>
          <a:lstStyle/>
          <a:p>
            <a:pPr algn="ctr"/>
            <a:r>
              <a:rPr lang="es-ES" sz="2000" b="0" cap="none" spc="0" dirty="0">
                <a:ln w="0"/>
                <a:solidFill>
                  <a:schemeClr val="tx1"/>
                </a:solidFill>
                <a:effectLst>
                  <a:outerShdw blurRad="38100" dist="19050" dir="2700000" algn="tl" rotWithShape="0">
                    <a:schemeClr val="dk1">
                      <a:alpha val="40000"/>
                    </a:schemeClr>
                  </a:outerShdw>
                </a:effectLst>
              </a:rPr>
              <a:t>A</a:t>
            </a:r>
          </a:p>
        </p:txBody>
      </p:sp>
      <p:sp>
        <p:nvSpPr>
          <p:cNvPr id="11" name="Rectángulo 10">
            <a:extLst>
              <a:ext uri="{FF2B5EF4-FFF2-40B4-BE49-F238E27FC236}">
                <a16:creationId xmlns:a16="http://schemas.microsoft.com/office/drawing/2014/main" id="{34F2E290-AC38-352C-CEC8-12E5421CF9D2}"/>
              </a:ext>
            </a:extLst>
          </p:cNvPr>
          <p:cNvSpPr/>
          <p:nvPr/>
        </p:nvSpPr>
        <p:spPr>
          <a:xfrm>
            <a:off x="8427514" y="2268139"/>
            <a:ext cx="348172"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lIns="91440" tIns="45720" rIns="91440" bIns="45720">
            <a:spAutoFit/>
          </a:bodyPr>
          <a:lstStyle/>
          <a:p>
            <a:pPr algn="ctr"/>
            <a:r>
              <a:rPr lang="es-ES" sz="2000" b="0" cap="none" spc="0" dirty="0">
                <a:ln w="0"/>
                <a:solidFill>
                  <a:schemeClr val="bg1"/>
                </a:solidFill>
                <a:effectLst>
                  <a:outerShdw blurRad="38100" dist="19050" dir="2700000" algn="tl" rotWithShape="0">
                    <a:schemeClr val="dk1">
                      <a:alpha val="40000"/>
                    </a:schemeClr>
                  </a:outerShdw>
                </a:effectLst>
              </a:rPr>
              <a:t>B</a:t>
            </a:r>
          </a:p>
        </p:txBody>
      </p:sp>
      <p:sp>
        <p:nvSpPr>
          <p:cNvPr id="12" name="Rectángulo 11">
            <a:extLst>
              <a:ext uri="{FF2B5EF4-FFF2-40B4-BE49-F238E27FC236}">
                <a16:creationId xmlns:a16="http://schemas.microsoft.com/office/drawing/2014/main" id="{7B7DEE1D-378C-C695-8EB7-CB18129BE1C1}"/>
              </a:ext>
            </a:extLst>
          </p:cNvPr>
          <p:cNvSpPr/>
          <p:nvPr/>
        </p:nvSpPr>
        <p:spPr>
          <a:xfrm>
            <a:off x="10907987" y="2263442"/>
            <a:ext cx="375424"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lIns="91440" tIns="45720" rIns="91440" bIns="45720">
            <a:spAutoFit/>
          </a:bodyPr>
          <a:lstStyle/>
          <a:p>
            <a:pPr algn="ctr"/>
            <a:r>
              <a:rPr lang="es-ES" sz="2000" dirty="0">
                <a:ln w="0"/>
                <a:solidFill>
                  <a:schemeClr val="bg1"/>
                </a:solidFill>
                <a:effectLst>
                  <a:outerShdw blurRad="38100" dist="19050" dir="2700000" algn="tl" rotWithShape="0">
                    <a:schemeClr val="dk1">
                      <a:alpha val="40000"/>
                    </a:schemeClr>
                  </a:outerShdw>
                </a:effectLst>
              </a:rPr>
              <a:t>C</a:t>
            </a:r>
            <a:endParaRPr lang="es-ES" sz="2000" b="0" cap="none" spc="0" dirty="0">
              <a:ln w="0"/>
              <a:solidFill>
                <a:schemeClr val="bg1"/>
              </a:solidFill>
              <a:effectLst>
                <a:outerShdw blurRad="38100" dist="19050" dir="2700000" algn="tl" rotWithShape="0">
                  <a:schemeClr val="dk1">
                    <a:alpha val="40000"/>
                  </a:schemeClr>
                </a:outerShdw>
              </a:effectLst>
            </a:endParaRPr>
          </a:p>
        </p:txBody>
      </p:sp>
      <p:sp>
        <p:nvSpPr>
          <p:cNvPr id="14" name="Rectángulo: esquinas redondeadas 13">
            <a:extLst>
              <a:ext uri="{FF2B5EF4-FFF2-40B4-BE49-F238E27FC236}">
                <a16:creationId xmlns:a16="http://schemas.microsoft.com/office/drawing/2014/main" id="{830E261A-0B36-E52C-5259-8FE76F354D59}"/>
              </a:ext>
            </a:extLst>
          </p:cNvPr>
          <p:cNvSpPr/>
          <p:nvPr/>
        </p:nvSpPr>
        <p:spPr>
          <a:xfrm>
            <a:off x="9111978" y="4704025"/>
            <a:ext cx="1360338" cy="71212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CL" dirty="0"/>
              <a:t>C</a:t>
            </a:r>
          </a:p>
        </p:txBody>
      </p:sp>
      <p:sp>
        <p:nvSpPr>
          <p:cNvPr id="18" name="CuadroTexto 17">
            <a:extLst>
              <a:ext uri="{FF2B5EF4-FFF2-40B4-BE49-F238E27FC236}">
                <a16:creationId xmlns:a16="http://schemas.microsoft.com/office/drawing/2014/main" id="{A2C8A6FD-AA45-3666-C06B-A85E88BB765E}"/>
              </a:ext>
            </a:extLst>
          </p:cNvPr>
          <p:cNvSpPr txBox="1"/>
          <p:nvPr/>
        </p:nvSpPr>
        <p:spPr>
          <a:xfrm>
            <a:off x="8216673" y="5452873"/>
            <a:ext cx="3303639" cy="646331"/>
          </a:xfrm>
          <a:prstGeom prst="rect">
            <a:avLst/>
          </a:prstGeom>
          <a:noFill/>
        </p:spPr>
        <p:txBody>
          <a:bodyPr wrap="square" rtlCol="0">
            <a:spAutoFit/>
          </a:bodyPr>
          <a:lstStyle/>
          <a:p>
            <a:r>
              <a:rPr lang="es-CL" dirty="0"/>
              <a:t>Sociedad de Profesionales </a:t>
            </a:r>
          </a:p>
          <a:p>
            <a:endParaRPr lang="es-CL" dirty="0"/>
          </a:p>
        </p:txBody>
      </p:sp>
      <p:cxnSp>
        <p:nvCxnSpPr>
          <p:cNvPr id="20" name="Conector recto de flecha 19">
            <a:extLst>
              <a:ext uri="{FF2B5EF4-FFF2-40B4-BE49-F238E27FC236}">
                <a16:creationId xmlns:a16="http://schemas.microsoft.com/office/drawing/2014/main" id="{09FB1A1D-CDB2-3CF5-52EB-047F863BCDEF}"/>
              </a:ext>
            </a:extLst>
          </p:cNvPr>
          <p:cNvCxnSpPr>
            <a:endCxn id="14" idx="0"/>
          </p:cNvCxnSpPr>
          <p:nvPr/>
        </p:nvCxnSpPr>
        <p:spPr>
          <a:xfrm>
            <a:off x="8601600" y="3726647"/>
            <a:ext cx="1190547"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a:extLst>
              <a:ext uri="{FF2B5EF4-FFF2-40B4-BE49-F238E27FC236}">
                <a16:creationId xmlns:a16="http://schemas.microsoft.com/office/drawing/2014/main" id="{D3362087-1486-6EB8-FB3A-AE036D6D4EB3}"/>
              </a:ext>
            </a:extLst>
          </p:cNvPr>
          <p:cNvCxnSpPr>
            <a:cxnSpLocks/>
            <a:stCxn id="7" idx="2"/>
            <a:endCxn id="14" idx="0"/>
          </p:cNvCxnSpPr>
          <p:nvPr/>
        </p:nvCxnSpPr>
        <p:spPr>
          <a:xfrm>
            <a:off x="9737766" y="3726647"/>
            <a:ext cx="54381"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recto de flecha 23">
            <a:extLst>
              <a:ext uri="{FF2B5EF4-FFF2-40B4-BE49-F238E27FC236}">
                <a16:creationId xmlns:a16="http://schemas.microsoft.com/office/drawing/2014/main" id="{264236E1-C6C8-D7D0-F1A2-AADB853637CC}"/>
              </a:ext>
            </a:extLst>
          </p:cNvPr>
          <p:cNvCxnSpPr>
            <a:cxnSpLocks/>
            <a:stCxn id="9" idx="2"/>
            <a:endCxn id="14" idx="0"/>
          </p:cNvCxnSpPr>
          <p:nvPr/>
        </p:nvCxnSpPr>
        <p:spPr>
          <a:xfrm flipH="1">
            <a:off x="9792147" y="3726647"/>
            <a:ext cx="1303552"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545C094C-5601-A96E-B012-99857A54B181}"/>
              </a:ext>
            </a:extLst>
          </p:cNvPr>
          <p:cNvSpPr txBox="1"/>
          <p:nvPr/>
        </p:nvSpPr>
        <p:spPr>
          <a:xfrm>
            <a:off x="7678640" y="3025278"/>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28" name="CuadroTexto 27">
            <a:extLst>
              <a:ext uri="{FF2B5EF4-FFF2-40B4-BE49-F238E27FC236}">
                <a16:creationId xmlns:a16="http://schemas.microsoft.com/office/drawing/2014/main" id="{8E6AA62B-B7E5-ED17-8F0A-25FB23E83337}"/>
              </a:ext>
            </a:extLst>
          </p:cNvPr>
          <p:cNvSpPr txBox="1"/>
          <p:nvPr/>
        </p:nvSpPr>
        <p:spPr>
          <a:xfrm>
            <a:off x="8860273" y="3049205"/>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29" name="CuadroTexto 28">
            <a:extLst>
              <a:ext uri="{FF2B5EF4-FFF2-40B4-BE49-F238E27FC236}">
                <a16:creationId xmlns:a16="http://schemas.microsoft.com/office/drawing/2014/main" id="{1E0BFA80-3591-A546-245A-30C1686074CC}"/>
              </a:ext>
            </a:extLst>
          </p:cNvPr>
          <p:cNvSpPr txBox="1"/>
          <p:nvPr/>
        </p:nvSpPr>
        <p:spPr>
          <a:xfrm>
            <a:off x="10254816" y="3013501"/>
            <a:ext cx="799874" cy="830997"/>
          </a:xfrm>
          <a:prstGeom prst="rect">
            <a:avLst/>
          </a:prstGeom>
          <a:noFill/>
        </p:spPr>
        <p:txBody>
          <a:bodyPr wrap="square" rtlCol="0">
            <a:spAutoFit/>
          </a:bodyPr>
          <a:lstStyle/>
          <a:p>
            <a:r>
              <a:rPr lang="es-CL" sz="1200" dirty="0"/>
              <a:t>33,33%</a:t>
            </a:r>
          </a:p>
          <a:p>
            <a:endParaRPr lang="es-CL" dirty="0"/>
          </a:p>
          <a:p>
            <a:endParaRPr lang="es-CL" dirty="0"/>
          </a:p>
        </p:txBody>
      </p:sp>
    </p:spTree>
    <p:extLst>
      <p:ext uri="{BB962C8B-B14F-4D97-AF65-F5344CB8AC3E}">
        <p14:creationId xmlns:p14="http://schemas.microsoft.com/office/powerpoint/2010/main" val="3249312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A54169-4A1E-CC03-8607-EDBECA03CF98}"/>
              </a:ext>
            </a:extLst>
          </p:cNvPr>
          <p:cNvSpPr>
            <a:spLocks noGrp="1"/>
          </p:cNvSpPr>
          <p:nvPr>
            <p:ph type="title"/>
          </p:nvPr>
        </p:nvSpPr>
        <p:spPr/>
        <p:txBody>
          <a:bodyPr/>
          <a:lstStyle/>
          <a:p>
            <a:r>
              <a:rPr lang="es-ES" dirty="0">
                <a:latin typeface="Times New Roman" panose="02020603050405020304" pitchFamily="18" charset="0"/>
                <a:cs typeface="Times New Roman" panose="02020603050405020304" pitchFamily="18" charset="0"/>
              </a:rPr>
              <a:t>Descripción del esquema - Planificación.</a:t>
            </a:r>
            <a:br>
              <a:rPr lang="es-ES" dirty="0">
                <a:latin typeface="Times New Roman" panose="02020603050405020304" pitchFamily="18" charset="0"/>
                <a:cs typeface="Times New Roman" panose="02020603050405020304" pitchFamily="18" charset="0"/>
              </a:rPr>
            </a:br>
            <a:endParaRPr lang="es-CL" dirty="0"/>
          </a:p>
        </p:txBody>
      </p:sp>
      <p:sp>
        <p:nvSpPr>
          <p:cNvPr id="3" name="Rectángulo 2">
            <a:extLst>
              <a:ext uri="{FF2B5EF4-FFF2-40B4-BE49-F238E27FC236}">
                <a16:creationId xmlns:a16="http://schemas.microsoft.com/office/drawing/2014/main" id="{73FB7573-9072-5BF1-0B4E-F73E9AFFE03F}"/>
              </a:ext>
            </a:extLst>
          </p:cNvPr>
          <p:cNvSpPr/>
          <p:nvPr/>
        </p:nvSpPr>
        <p:spPr>
          <a:xfrm>
            <a:off x="983225" y="1730477"/>
            <a:ext cx="2782529" cy="40705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6" name="Gráfico 5" descr="Hombre contorno">
            <a:extLst>
              <a:ext uri="{FF2B5EF4-FFF2-40B4-BE49-F238E27FC236}">
                <a16:creationId xmlns:a16="http://schemas.microsoft.com/office/drawing/2014/main" id="{F36E66E4-B720-2E89-FF63-9FA137D02D9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2014194"/>
            <a:ext cx="914400" cy="914400"/>
          </a:xfrm>
          <a:prstGeom prst="rect">
            <a:avLst/>
          </a:prstGeom>
        </p:spPr>
      </p:pic>
      <p:pic>
        <p:nvPicPr>
          <p:cNvPr id="7" name="Gráfico 6" descr="Hombre contorno">
            <a:extLst>
              <a:ext uri="{FF2B5EF4-FFF2-40B4-BE49-F238E27FC236}">
                <a16:creationId xmlns:a16="http://schemas.microsoft.com/office/drawing/2014/main" id="{C210F638-BF21-21BF-E423-056B6E19D5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3093663"/>
            <a:ext cx="914400" cy="914400"/>
          </a:xfrm>
          <a:prstGeom prst="rect">
            <a:avLst/>
          </a:prstGeom>
        </p:spPr>
      </p:pic>
      <p:pic>
        <p:nvPicPr>
          <p:cNvPr id="8" name="Gráfico 7" descr="Hombre contorno">
            <a:extLst>
              <a:ext uri="{FF2B5EF4-FFF2-40B4-BE49-F238E27FC236}">
                <a16:creationId xmlns:a16="http://schemas.microsoft.com/office/drawing/2014/main" id="{82C78889-3C07-706E-07B4-7905A6E447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4288285"/>
            <a:ext cx="914400" cy="914400"/>
          </a:xfrm>
          <a:prstGeom prst="rect">
            <a:avLst/>
          </a:prstGeom>
        </p:spPr>
      </p:pic>
      <p:sp>
        <p:nvSpPr>
          <p:cNvPr id="9" name="Rectángulo 8">
            <a:extLst>
              <a:ext uri="{FF2B5EF4-FFF2-40B4-BE49-F238E27FC236}">
                <a16:creationId xmlns:a16="http://schemas.microsoft.com/office/drawing/2014/main" id="{391CE087-644E-B92C-FD31-BD515FAB9D08}"/>
              </a:ext>
            </a:extLst>
          </p:cNvPr>
          <p:cNvSpPr/>
          <p:nvPr/>
        </p:nvSpPr>
        <p:spPr>
          <a:xfrm>
            <a:off x="2681085" y="3388252"/>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sp>
        <p:nvSpPr>
          <p:cNvPr id="10" name="Rectángulo 9">
            <a:extLst>
              <a:ext uri="{FF2B5EF4-FFF2-40B4-BE49-F238E27FC236}">
                <a16:creationId xmlns:a16="http://schemas.microsoft.com/office/drawing/2014/main" id="{63F74528-BA83-080B-C755-0222B38D9C02}"/>
              </a:ext>
            </a:extLst>
          </p:cNvPr>
          <p:cNvSpPr/>
          <p:nvPr/>
        </p:nvSpPr>
        <p:spPr>
          <a:xfrm>
            <a:off x="2681086" y="2271339"/>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sp>
        <p:nvSpPr>
          <p:cNvPr id="11" name="Rectángulo 10">
            <a:extLst>
              <a:ext uri="{FF2B5EF4-FFF2-40B4-BE49-F238E27FC236}">
                <a16:creationId xmlns:a16="http://schemas.microsoft.com/office/drawing/2014/main" id="{7699181A-03D1-8F10-2A40-7E7B75ECF451}"/>
              </a:ext>
            </a:extLst>
          </p:cNvPr>
          <p:cNvSpPr/>
          <p:nvPr/>
        </p:nvSpPr>
        <p:spPr>
          <a:xfrm>
            <a:off x="2586120" y="4643752"/>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cxnSp>
        <p:nvCxnSpPr>
          <p:cNvPr id="13" name="Conector recto de flecha 12">
            <a:extLst>
              <a:ext uri="{FF2B5EF4-FFF2-40B4-BE49-F238E27FC236}">
                <a16:creationId xmlns:a16="http://schemas.microsoft.com/office/drawing/2014/main" id="{209FBBE8-153C-AF7F-5D60-AA423029A614}"/>
              </a:ext>
            </a:extLst>
          </p:cNvPr>
          <p:cNvCxnSpPr/>
          <p:nvPr/>
        </p:nvCxnSpPr>
        <p:spPr>
          <a:xfrm>
            <a:off x="2094272" y="2471394"/>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Conector recto de flecha 16">
            <a:extLst>
              <a:ext uri="{FF2B5EF4-FFF2-40B4-BE49-F238E27FC236}">
                <a16:creationId xmlns:a16="http://schemas.microsoft.com/office/drawing/2014/main" id="{0F1695D9-104D-DEA2-7348-9C26216E4ABB}"/>
              </a:ext>
            </a:extLst>
          </p:cNvPr>
          <p:cNvCxnSpPr/>
          <p:nvPr/>
        </p:nvCxnSpPr>
        <p:spPr>
          <a:xfrm>
            <a:off x="2119088" y="3596720"/>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Conector recto de flecha 17">
            <a:extLst>
              <a:ext uri="{FF2B5EF4-FFF2-40B4-BE49-F238E27FC236}">
                <a16:creationId xmlns:a16="http://schemas.microsoft.com/office/drawing/2014/main" id="{2EF56648-C028-65E3-17BB-6FCF8B3250A2}"/>
              </a:ext>
            </a:extLst>
          </p:cNvPr>
          <p:cNvCxnSpPr/>
          <p:nvPr/>
        </p:nvCxnSpPr>
        <p:spPr>
          <a:xfrm>
            <a:off x="2094272" y="4843807"/>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Rectángulo 18">
            <a:extLst>
              <a:ext uri="{FF2B5EF4-FFF2-40B4-BE49-F238E27FC236}">
                <a16:creationId xmlns:a16="http://schemas.microsoft.com/office/drawing/2014/main" id="{4F869399-2A39-DA54-33DD-89B43CD19DB4}"/>
              </a:ext>
            </a:extLst>
          </p:cNvPr>
          <p:cNvSpPr/>
          <p:nvPr/>
        </p:nvSpPr>
        <p:spPr>
          <a:xfrm>
            <a:off x="5980660" y="5590125"/>
            <a:ext cx="1238864" cy="635689"/>
          </a:xfrm>
          <a:prstGeom prst="rect">
            <a:avLst/>
          </a:prstGeom>
          <a:solidFill>
            <a:schemeClr val="dk1">
              <a:alpha val="73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CL" sz="3000" b="1" dirty="0"/>
              <a:t>D</a:t>
            </a:r>
          </a:p>
        </p:txBody>
      </p:sp>
      <p:sp>
        <p:nvSpPr>
          <p:cNvPr id="20" name="Rectángulo 19">
            <a:extLst>
              <a:ext uri="{FF2B5EF4-FFF2-40B4-BE49-F238E27FC236}">
                <a16:creationId xmlns:a16="http://schemas.microsoft.com/office/drawing/2014/main" id="{FEC9B2DF-F3CF-A9C4-AA88-0D1BF1D2FD18}"/>
              </a:ext>
            </a:extLst>
          </p:cNvPr>
          <p:cNvSpPr/>
          <p:nvPr/>
        </p:nvSpPr>
        <p:spPr>
          <a:xfrm>
            <a:off x="983225" y="2089410"/>
            <a:ext cx="582211"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0000"/>
                </a:solidFill>
                <a:effectLst>
                  <a:outerShdw dist="38100" dir="2700000" algn="tl" rotWithShape="0">
                    <a:schemeClr val="accent2"/>
                  </a:outerShdw>
                </a:effectLst>
              </a:rPr>
              <a:t>A</a:t>
            </a:r>
          </a:p>
        </p:txBody>
      </p:sp>
      <p:sp>
        <p:nvSpPr>
          <p:cNvPr id="21" name="Rectángulo 20">
            <a:extLst>
              <a:ext uri="{FF2B5EF4-FFF2-40B4-BE49-F238E27FC236}">
                <a16:creationId xmlns:a16="http://schemas.microsoft.com/office/drawing/2014/main" id="{223A933F-B33C-3FDD-70F6-728B06079880}"/>
              </a:ext>
            </a:extLst>
          </p:cNvPr>
          <p:cNvSpPr/>
          <p:nvPr/>
        </p:nvSpPr>
        <p:spPr>
          <a:xfrm>
            <a:off x="1006468" y="3188847"/>
            <a:ext cx="535724"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B</a:t>
            </a:r>
          </a:p>
        </p:txBody>
      </p:sp>
      <p:sp>
        <p:nvSpPr>
          <p:cNvPr id="22" name="Rectángulo 21">
            <a:extLst>
              <a:ext uri="{FF2B5EF4-FFF2-40B4-BE49-F238E27FC236}">
                <a16:creationId xmlns:a16="http://schemas.microsoft.com/office/drawing/2014/main" id="{9AFA70D7-8F6C-6A0A-44F4-C55729437E1C}"/>
              </a:ext>
            </a:extLst>
          </p:cNvPr>
          <p:cNvSpPr/>
          <p:nvPr/>
        </p:nvSpPr>
        <p:spPr>
          <a:xfrm>
            <a:off x="1034304" y="4377538"/>
            <a:ext cx="558166"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C</a:t>
            </a:r>
          </a:p>
        </p:txBody>
      </p:sp>
      <p:sp>
        <p:nvSpPr>
          <p:cNvPr id="23" name="Rectángulo 22">
            <a:extLst>
              <a:ext uri="{FF2B5EF4-FFF2-40B4-BE49-F238E27FC236}">
                <a16:creationId xmlns:a16="http://schemas.microsoft.com/office/drawing/2014/main" id="{B572CA7F-41C1-9058-A938-0D8446F2EA70}"/>
              </a:ext>
            </a:extLst>
          </p:cNvPr>
          <p:cNvSpPr/>
          <p:nvPr/>
        </p:nvSpPr>
        <p:spPr>
          <a:xfrm>
            <a:off x="6213278" y="3609674"/>
            <a:ext cx="582211"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0000"/>
                </a:solidFill>
                <a:effectLst>
                  <a:outerShdw dist="38100" dir="2700000" algn="tl" rotWithShape="0">
                    <a:schemeClr val="accent2"/>
                  </a:outerShdw>
                </a:effectLst>
              </a:rPr>
              <a:t>A</a:t>
            </a:r>
          </a:p>
        </p:txBody>
      </p:sp>
      <p:sp>
        <p:nvSpPr>
          <p:cNvPr id="24" name="Rectángulo 23">
            <a:extLst>
              <a:ext uri="{FF2B5EF4-FFF2-40B4-BE49-F238E27FC236}">
                <a16:creationId xmlns:a16="http://schemas.microsoft.com/office/drawing/2014/main" id="{5BB82D47-A453-E047-8480-D93733E37502}"/>
              </a:ext>
            </a:extLst>
          </p:cNvPr>
          <p:cNvSpPr/>
          <p:nvPr/>
        </p:nvSpPr>
        <p:spPr>
          <a:xfrm>
            <a:off x="5085226" y="3609674"/>
            <a:ext cx="535724"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B</a:t>
            </a:r>
          </a:p>
        </p:txBody>
      </p:sp>
      <p:sp>
        <p:nvSpPr>
          <p:cNvPr id="25" name="Rectángulo 24">
            <a:extLst>
              <a:ext uri="{FF2B5EF4-FFF2-40B4-BE49-F238E27FC236}">
                <a16:creationId xmlns:a16="http://schemas.microsoft.com/office/drawing/2014/main" id="{D9C7FABE-3F94-6ADE-AEA5-7E5CE49B1AE7}"/>
              </a:ext>
            </a:extLst>
          </p:cNvPr>
          <p:cNvSpPr/>
          <p:nvPr/>
        </p:nvSpPr>
        <p:spPr>
          <a:xfrm>
            <a:off x="7490847" y="3617397"/>
            <a:ext cx="558166"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C</a:t>
            </a:r>
          </a:p>
        </p:txBody>
      </p:sp>
      <p:cxnSp>
        <p:nvCxnSpPr>
          <p:cNvPr id="27" name="Conector recto de flecha 26">
            <a:extLst>
              <a:ext uri="{FF2B5EF4-FFF2-40B4-BE49-F238E27FC236}">
                <a16:creationId xmlns:a16="http://schemas.microsoft.com/office/drawing/2014/main" id="{C278A0A4-7CD2-B4CB-3E24-DB3C64C63B53}"/>
              </a:ext>
            </a:extLst>
          </p:cNvPr>
          <p:cNvCxnSpPr>
            <a:cxnSpLocks/>
            <a:endCxn id="19" idx="0"/>
          </p:cNvCxnSpPr>
          <p:nvPr/>
        </p:nvCxnSpPr>
        <p:spPr>
          <a:xfrm>
            <a:off x="5353088" y="4317560"/>
            <a:ext cx="1247004" cy="1272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D82D6696-7B6C-131A-03F7-A4136F3B67D2}"/>
              </a:ext>
            </a:extLst>
          </p:cNvPr>
          <p:cNvCxnSpPr/>
          <p:nvPr/>
        </p:nvCxnSpPr>
        <p:spPr>
          <a:xfrm>
            <a:off x="5353088" y="4325283"/>
            <a:ext cx="1247004" cy="1258508"/>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Conector recto de flecha 29">
            <a:extLst>
              <a:ext uri="{FF2B5EF4-FFF2-40B4-BE49-F238E27FC236}">
                <a16:creationId xmlns:a16="http://schemas.microsoft.com/office/drawing/2014/main" id="{E5BE722C-A9B3-DC3F-0277-8482D21892F4}"/>
              </a:ext>
            </a:extLst>
          </p:cNvPr>
          <p:cNvCxnSpPr>
            <a:cxnSpLocks/>
            <a:endCxn id="19" idx="0"/>
          </p:cNvCxnSpPr>
          <p:nvPr/>
        </p:nvCxnSpPr>
        <p:spPr>
          <a:xfrm>
            <a:off x="6504383" y="4297808"/>
            <a:ext cx="95709" cy="1292317"/>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Conector recto de flecha 33">
            <a:extLst>
              <a:ext uri="{FF2B5EF4-FFF2-40B4-BE49-F238E27FC236}">
                <a16:creationId xmlns:a16="http://schemas.microsoft.com/office/drawing/2014/main" id="{354C1069-01EB-599E-7E39-BF0F961C03AE}"/>
              </a:ext>
            </a:extLst>
          </p:cNvPr>
          <p:cNvCxnSpPr>
            <a:cxnSpLocks/>
            <a:endCxn id="19" idx="0"/>
          </p:cNvCxnSpPr>
          <p:nvPr/>
        </p:nvCxnSpPr>
        <p:spPr>
          <a:xfrm flipH="1">
            <a:off x="6600092" y="4278056"/>
            <a:ext cx="1138929" cy="1312069"/>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7" name="CuadroTexto 36">
            <a:extLst>
              <a:ext uri="{FF2B5EF4-FFF2-40B4-BE49-F238E27FC236}">
                <a16:creationId xmlns:a16="http://schemas.microsoft.com/office/drawing/2014/main" id="{2F0F22CA-6BCE-E17E-4B5F-E0B3FEF427A6}"/>
              </a:ext>
            </a:extLst>
          </p:cNvPr>
          <p:cNvSpPr txBox="1"/>
          <p:nvPr/>
        </p:nvSpPr>
        <p:spPr>
          <a:xfrm>
            <a:off x="5065725" y="3431568"/>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38" name="CuadroTexto 37">
            <a:extLst>
              <a:ext uri="{FF2B5EF4-FFF2-40B4-BE49-F238E27FC236}">
                <a16:creationId xmlns:a16="http://schemas.microsoft.com/office/drawing/2014/main" id="{B33FF622-9AEF-62FE-1BBA-17E74F91CC7A}"/>
              </a:ext>
            </a:extLst>
          </p:cNvPr>
          <p:cNvSpPr txBox="1"/>
          <p:nvPr/>
        </p:nvSpPr>
        <p:spPr>
          <a:xfrm>
            <a:off x="6179523" y="3435720"/>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39" name="CuadroTexto 38">
            <a:extLst>
              <a:ext uri="{FF2B5EF4-FFF2-40B4-BE49-F238E27FC236}">
                <a16:creationId xmlns:a16="http://schemas.microsoft.com/office/drawing/2014/main" id="{0D29C5BE-7550-685B-BF60-DA50D4299655}"/>
              </a:ext>
            </a:extLst>
          </p:cNvPr>
          <p:cNvSpPr txBox="1"/>
          <p:nvPr/>
        </p:nvSpPr>
        <p:spPr>
          <a:xfrm>
            <a:off x="7503120" y="3447059"/>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40" name="Rectángulo 39">
            <a:extLst>
              <a:ext uri="{FF2B5EF4-FFF2-40B4-BE49-F238E27FC236}">
                <a16:creationId xmlns:a16="http://schemas.microsoft.com/office/drawing/2014/main" id="{73CB212E-5F42-878B-FD12-722E11F491CB}"/>
              </a:ext>
            </a:extLst>
          </p:cNvPr>
          <p:cNvSpPr/>
          <p:nvPr/>
        </p:nvSpPr>
        <p:spPr>
          <a:xfrm>
            <a:off x="4234581" y="1551049"/>
            <a:ext cx="4668259" cy="1637798"/>
          </a:xfrm>
          <a:prstGeom prst="rect">
            <a:avLst/>
          </a:prstGeom>
          <a:solidFill>
            <a:schemeClr val="tx1">
              <a:alpha val="7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MX" sz="1200" dirty="0"/>
              <a:t>“A”, “B” y “C”, constituyen una sociedad de profesionales “D”, esta sociedad esta destinada a la prestación de servicios. La participación de los socios se divide en partes iguales, tanto en capital como en utilidades. El capital social no es significativo en comparación a los ingresos anuales producto de los servicios prestados mediante la compañía.</a:t>
            </a:r>
          </a:p>
          <a:p>
            <a:r>
              <a:rPr lang="es-MX" sz="1200" dirty="0"/>
              <a:t>Es importante señalar que A es el socio que presta los servicios profesionales de la compañía.</a:t>
            </a:r>
            <a:endParaRPr lang="es-CL" sz="1200" dirty="0"/>
          </a:p>
        </p:txBody>
      </p:sp>
      <p:pic>
        <p:nvPicPr>
          <p:cNvPr id="42" name="Imagen 41">
            <a:extLst>
              <a:ext uri="{FF2B5EF4-FFF2-40B4-BE49-F238E27FC236}">
                <a16:creationId xmlns:a16="http://schemas.microsoft.com/office/drawing/2014/main" id="{795FA4BF-FBBE-0C9C-F44A-E51ED6AEBCAE}"/>
              </a:ext>
            </a:extLst>
          </p:cNvPr>
          <p:cNvPicPr>
            <a:picLocks noChangeAspect="1"/>
          </p:cNvPicPr>
          <p:nvPr/>
        </p:nvPicPr>
        <p:blipFill>
          <a:blip r:embed="rId3"/>
          <a:stretch>
            <a:fillRect/>
          </a:stretch>
        </p:blipFill>
        <p:spPr>
          <a:xfrm>
            <a:off x="9510914" y="619578"/>
            <a:ext cx="1585097" cy="5799323"/>
          </a:xfrm>
          <a:prstGeom prst="rect">
            <a:avLst/>
          </a:prstGeom>
        </p:spPr>
      </p:pic>
      <p:sp>
        <p:nvSpPr>
          <p:cNvPr id="43" name="Rectángulo 42">
            <a:extLst>
              <a:ext uri="{FF2B5EF4-FFF2-40B4-BE49-F238E27FC236}">
                <a16:creationId xmlns:a16="http://schemas.microsoft.com/office/drawing/2014/main" id="{17B9F587-2E7E-B770-50BE-C5FF6F30E47B}"/>
              </a:ext>
            </a:extLst>
          </p:cNvPr>
          <p:cNvSpPr/>
          <p:nvPr/>
        </p:nvSpPr>
        <p:spPr>
          <a:xfrm>
            <a:off x="4234581" y="3293806"/>
            <a:ext cx="4594787" cy="3018504"/>
          </a:xfrm>
          <a:prstGeom prst="rect">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1596501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AD7EFE-1F01-ADCF-4DBE-01392ABFF75C}"/>
              </a:ext>
            </a:extLst>
          </p:cNvPr>
          <p:cNvSpPr>
            <a:spLocks noGrp="1"/>
          </p:cNvSpPr>
          <p:nvPr>
            <p:ph type="title"/>
          </p:nvPr>
        </p:nvSpPr>
        <p:spPr>
          <a:xfrm>
            <a:off x="1066800" y="642594"/>
            <a:ext cx="5680596" cy="1371600"/>
          </a:xfrm>
        </p:spPr>
        <p:txBody>
          <a:bodyPr/>
          <a:lstStyle/>
          <a:p>
            <a:r>
              <a:rPr lang="es-ES" dirty="0">
                <a:latin typeface="Times New Roman" panose="02020603050405020304" pitchFamily="18" charset="0"/>
                <a:cs typeface="Times New Roman" panose="02020603050405020304" pitchFamily="18" charset="0"/>
              </a:rPr>
              <a:t>Puntos de análisis del SII.</a:t>
            </a:r>
            <a:br>
              <a:rPr lang="es-ES" dirty="0">
                <a:latin typeface="Times New Roman" panose="02020603050405020304" pitchFamily="18" charset="0"/>
                <a:cs typeface="Times New Roman" panose="02020603050405020304" pitchFamily="18" charset="0"/>
              </a:rPr>
            </a:br>
            <a:endParaRPr lang="es-CL" dirty="0"/>
          </a:p>
        </p:txBody>
      </p:sp>
      <p:sp>
        <p:nvSpPr>
          <p:cNvPr id="3" name="Rectángulo 2">
            <a:extLst>
              <a:ext uri="{FF2B5EF4-FFF2-40B4-BE49-F238E27FC236}">
                <a16:creationId xmlns:a16="http://schemas.microsoft.com/office/drawing/2014/main" id="{CEA0C43B-C1FF-6251-98F4-419D03FC2FF9}"/>
              </a:ext>
            </a:extLst>
          </p:cNvPr>
          <p:cNvSpPr/>
          <p:nvPr/>
        </p:nvSpPr>
        <p:spPr>
          <a:xfrm>
            <a:off x="589942" y="2326645"/>
            <a:ext cx="1848464" cy="7115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MX" sz="1200" dirty="0"/>
              <a:t>Si existe vínculo entre los socios </a:t>
            </a:r>
            <a:endParaRPr lang="es-CL" sz="1200" dirty="0"/>
          </a:p>
        </p:txBody>
      </p:sp>
      <p:sp>
        <p:nvSpPr>
          <p:cNvPr id="4" name="Rectángulo 3">
            <a:extLst>
              <a:ext uri="{FF2B5EF4-FFF2-40B4-BE49-F238E27FC236}">
                <a16:creationId xmlns:a16="http://schemas.microsoft.com/office/drawing/2014/main" id="{26B2676A-9979-20EF-EE60-3901F34C6F04}"/>
              </a:ext>
            </a:extLst>
          </p:cNvPr>
          <p:cNvSpPr/>
          <p:nvPr/>
        </p:nvSpPr>
        <p:spPr>
          <a:xfrm>
            <a:off x="589941" y="3038166"/>
            <a:ext cx="1848465" cy="128802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El origen y la naturaleza de los ingresos de la sociedad: </a:t>
            </a:r>
            <a:endParaRPr lang="es-CL" sz="1200" dirty="0"/>
          </a:p>
        </p:txBody>
      </p:sp>
      <p:sp>
        <p:nvSpPr>
          <p:cNvPr id="5" name="Rectángulo 4">
            <a:extLst>
              <a:ext uri="{FF2B5EF4-FFF2-40B4-BE49-F238E27FC236}">
                <a16:creationId xmlns:a16="http://schemas.microsoft.com/office/drawing/2014/main" id="{4661A8E6-A722-4DBF-033D-567FAD01FD0B}"/>
              </a:ext>
            </a:extLst>
          </p:cNvPr>
          <p:cNvSpPr/>
          <p:nvPr/>
        </p:nvSpPr>
        <p:spPr>
          <a:xfrm>
            <a:off x="589939" y="4326192"/>
            <a:ext cx="2467897" cy="111104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s-MX" sz="1200" dirty="0"/>
              <a:t>Qué socios prestan los servicios a los que se obliga la sociedad y las capacidades técnicas de los mismos para poder prestarlos</a:t>
            </a:r>
            <a:endParaRPr lang="es-CL" sz="1200" dirty="0"/>
          </a:p>
        </p:txBody>
      </p:sp>
      <p:sp>
        <p:nvSpPr>
          <p:cNvPr id="6" name="Rectángulo 5">
            <a:extLst>
              <a:ext uri="{FF2B5EF4-FFF2-40B4-BE49-F238E27FC236}">
                <a16:creationId xmlns:a16="http://schemas.microsoft.com/office/drawing/2014/main" id="{6330D3C8-A148-4050-A026-DF31557EE123}"/>
              </a:ext>
            </a:extLst>
          </p:cNvPr>
          <p:cNvSpPr/>
          <p:nvPr/>
        </p:nvSpPr>
        <p:spPr>
          <a:xfrm>
            <a:off x="589939" y="5447068"/>
            <a:ext cx="2467896" cy="7669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200" dirty="0"/>
              <a:t>El comportamiento histórico a nivel de impuestos finales de los intervinientes</a:t>
            </a:r>
            <a:endParaRPr lang="es-CL" sz="1200" dirty="0"/>
          </a:p>
        </p:txBody>
      </p:sp>
      <p:sp>
        <p:nvSpPr>
          <p:cNvPr id="7" name="Rectángulo 6">
            <a:extLst>
              <a:ext uri="{FF2B5EF4-FFF2-40B4-BE49-F238E27FC236}">
                <a16:creationId xmlns:a16="http://schemas.microsoft.com/office/drawing/2014/main" id="{36FBBB1D-CB01-31CA-628B-216DB35E687C}"/>
              </a:ext>
            </a:extLst>
          </p:cNvPr>
          <p:cNvSpPr/>
          <p:nvPr/>
        </p:nvSpPr>
        <p:spPr>
          <a:xfrm>
            <a:off x="3057836" y="4336023"/>
            <a:ext cx="1843551" cy="187796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Seguimiento de los flujos provenientes de las utilidades distribuidas por la sociedad</a:t>
            </a:r>
            <a:endParaRPr lang="es-CL" sz="1200" dirty="0"/>
          </a:p>
        </p:txBody>
      </p:sp>
      <p:sp>
        <p:nvSpPr>
          <p:cNvPr id="8" name="Rectángulo 7">
            <a:extLst>
              <a:ext uri="{FF2B5EF4-FFF2-40B4-BE49-F238E27FC236}">
                <a16:creationId xmlns:a16="http://schemas.microsoft.com/office/drawing/2014/main" id="{3CBB0E42-CA3C-289A-6661-8F9ADC40A0EE}"/>
              </a:ext>
            </a:extLst>
          </p:cNvPr>
          <p:cNvSpPr/>
          <p:nvPr/>
        </p:nvSpPr>
        <p:spPr>
          <a:xfrm>
            <a:off x="2438406" y="2326645"/>
            <a:ext cx="2467897" cy="1999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s-MX" sz="1200" dirty="0"/>
              <a:t>Rol de los socios que no prestan servicios mediante la sociedad, ya sea a nivel de estrategia del</a:t>
            </a:r>
          </a:p>
          <a:p>
            <a:pPr algn="ctr"/>
            <a:r>
              <a:rPr lang="es-MX" sz="1200" dirty="0"/>
              <a:t>negocio; administración; imagen o prestigio; o de inyección de flujos para el desarrollo de sus</a:t>
            </a:r>
          </a:p>
          <a:p>
            <a:pPr algn="ctr"/>
            <a:r>
              <a:rPr lang="es-MX" sz="1200" dirty="0"/>
              <a:t>operaciones</a:t>
            </a:r>
            <a:endParaRPr lang="es-CL" sz="1200" dirty="0"/>
          </a:p>
        </p:txBody>
      </p:sp>
      <p:sp>
        <p:nvSpPr>
          <p:cNvPr id="9" name="Rectángulo 8">
            <a:extLst>
              <a:ext uri="{FF2B5EF4-FFF2-40B4-BE49-F238E27FC236}">
                <a16:creationId xmlns:a16="http://schemas.microsoft.com/office/drawing/2014/main" id="{29048E7E-FC4C-2BC5-EC05-B47A3497EA43}"/>
              </a:ext>
            </a:extLst>
          </p:cNvPr>
          <p:cNvSpPr/>
          <p:nvPr/>
        </p:nvSpPr>
        <p:spPr>
          <a:xfrm>
            <a:off x="4906303" y="2326644"/>
            <a:ext cx="1843551" cy="8639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200" dirty="0"/>
              <a:t>Política de retiro de utilidades</a:t>
            </a:r>
          </a:p>
        </p:txBody>
      </p:sp>
      <p:sp>
        <p:nvSpPr>
          <p:cNvPr id="10" name="Rectángulo 9">
            <a:extLst>
              <a:ext uri="{FF2B5EF4-FFF2-40B4-BE49-F238E27FC236}">
                <a16:creationId xmlns:a16="http://schemas.microsoft.com/office/drawing/2014/main" id="{00FB5404-B6C0-64A0-5B39-964D0227FE96}"/>
              </a:ext>
            </a:extLst>
          </p:cNvPr>
          <p:cNvSpPr/>
          <p:nvPr/>
        </p:nvSpPr>
        <p:spPr>
          <a:xfrm>
            <a:off x="4906306" y="3190565"/>
            <a:ext cx="1843550" cy="143201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Si los socios reciben otras remuneraciones o ingresos desde la sociedad</a:t>
            </a:r>
            <a:endParaRPr lang="es-CL" sz="1200" dirty="0"/>
          </a:p>
        </p:txBody>
      </p:sp>
      <p:sp>
        <p:nvSpPr>
          <p:cNvPr id="11" name="Rectángulo 10">
            <a:extLst>
              <a:ext uri="{FF2B5EF4-FFF2-40B4-BE49-F238E27FC236}">
                <a16:creationId xmlns:a16="http://schemas.microsoft.com/office/drawing/2014/main" id="{B18E55F6-BCAE-36B7-FDAD-D288FB3DFC3D}"/>
              </a:ext>
            </a:extLst>
          </p:cNvPr>
          <p:cNvSpPr/>
          <p:nvPr/>
        </p:nvSpPr>
        <p:spPr>
          <a:xfrm>
            <a:off x="4894016" y="4622579"/>
            <a:ext cx="1853380" cy="1591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200" dirty="0"/>
              <a:t>Si se han solicitado devoluciones de impuestos por parte de los socios</a:t>
            </a:r>
            <a:endParaRPr lang="es-CL" sz="1200" dirty="0"/>
          </a:p>
        </p:txBody>
      </p:sp>
      <p:sp>
        <p:nvSpPr>
          <p:cNvPr id="12" name="Rectángulo 11">
            <a:extLst>
              <a:ext uri="{FF2B5EF4-FFF2-40B4-BE49-F238E27FC236}">
                <a16:creationId xmlns:a16="http://schemas.microsoft.com/office/drawing/2014/main" id="{FD973892-F708-098E-FBE5-9B9597EC23B0}"/>
              </a:ext>
            </a:extLst>
          </p:cNvPr>
          <p:cNvSpPr/>
          <p:nvPr/>
        </p:nvSpPr>
        <p:spPr>
          <a:xfrm>
            <a:off x="7130842" y="1358420"/>
            <a:ext cx="4463847" cy="4894896"/>
          </a:xfrm>
          <a:prstGeom prst="rect">
            <a:avLst/>
          </a:prstGeom>
          <a:gradFill>
            <a:gsLst>
              <a:gs pos="73000">
                <a:schemeClr val="dk1">
                  <a:tint val="60000"/>
                  <a:satMod val="105000"/>
                  <a:lumMod val="105000"/>
                </a:schemeClr>
              </a:gs>
              <a:gs pos="100000">
                <a:schemeClr val="dk1">
                  <a:tint val="65000"/>
                  <a:satMod val="100000"/>
                  <a:lumMod val="100000"/>
                </a:schemeClr>
              </a:gs>
              <a:gs pos="100000">
                <a:schemeClr val="dk1">
                  <a:tint val="70000"/>
                  <a:satMod val="100000"/>
                  <a:lumMod val="100000"/>
                </a:schemeClr>
              </a:gs>
            </a:gsLst>
          </a:gradFill>
        </p:spPr>
        <p:style>
          <a:lnRef idx="1">
            <a:schemeClr val="dk1"/>
          </a:lnRef>
          <a:fillRef idx="2">
            <a:schemeClr val="dk1"/>
          </a:fillRef>
          <a:effectRef idx="1">
            <a:schemeClr val="dk1"/>
          </a:effectRef>
          <a:fontRef idx="minor">
            <a:schemeClr val="dk1"/>
          </a:fontRef>
        </p:style>
        <p:txBody>
          <a:bodyPr rtlCol="0" anchor="ctr"/>
          <a:lstStyle/>
          <a:p>
            <a:pPr algn="ctr"/>
            <a:endParaRPr lang="es-CL" dirty="0"/>
          </a:p>
        </p:txBody>
      </p:sp>
      <p:sp>
        <p:nvSpPr>
          <p:cNvPr id="14" name="CuadroTexto 13">
            <a:extLst>
              <a:ext uri="{FF2B5EF4-FFF2-40B4-BE49-F238E27FC236}">
                <a16:creationId xmlns:a16="http://schemas.microsoft.com/office/drawing/2014/main" id="{126E0D68-1FF3-2EA0-9F66-837F727C6402}"/>
              </a:ext>
            </a:extLst>
          </p:cNvPr>
          <p:cNvSpPr txBox="1"/>
          <p:nvPr/>
        </p:nvSpPr>
        <p:spPr>
          <a:xfrm>
            <a:off x="7128385" y="1372121"/>
            <a:ext cx="4454014"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Efectos del Esquema</a:t>
            </a:r>
          </a:p>
        </p:txBody>
      </p:sp>
      <p:sp>
        <p:nvSpPr>
          <p:cNvPr id="15" name="CuadroTexto 14">
            <a:extLst>
              <a:ext uri="{FF2B5EF4-FFF2-40B4-BE49-F238E27FC236}">
                <a16:creationId xmlns:a16="http://schemas.microsoft.com/office/drawing/2014/main" id="{E1BDA7DF-11BC-5C9D-0500-864F5179FE7B}"/>
              </a:ext>
            </a:extLst>
          </p:cNvPr>
          <p:cNvSpPr txBox="1"/>
          <p:nvPr/>
        </p:nvSpPr>
        <p:spPr>
          <a:xfrm>
            <a:off x="7332406" y="1739527"/>
            <a:ext cx="4262283" cy="646331"/>
          </a:xfrm>
          <a:prstGeom prst="rect">
            <a:avLst/>
          </a:prstGeom>
          <a:noFill/>
        </p:spPr>
        <p:txBody>
          <a:bodyPr wrap="square" rtlCol="0">
            <a:spAutoFit/>
          </a:bodyPr>
          <a:lstStyle/>
          <a:p>
            <a:r>
              <a:rPr lang="es-MX" sz="1200" dirty="0"/>
              <a:t>Disminuir la base imponible del Impuesto Global Complementario que le correspondería al socio que presta mayoritariamente los servicios.</a:t>
            </a:r>
            <a:endParaRPr lang="es-CL" sz="1200" dirty="0"/>
          </a:p>
        </p:txBody>
      </p:sp>
      <p:sp>
        <p:nvSpPr>
          <p:cNvPr id="16" name="CuadroTexto 15">
            <a:extLst>
              <a:ext uri="{FF2B5EF4-FFF2-40B4-BE49-F238E27FC236}">
                <a16:creationId xmlns:a16="http://schemas.microsoft.com/office/drawing/2014/main" id="{655977B8-9A5D-B351-4506-79C055826818}"/>
              </a:ext>
            </a:extLst>
          </p:cNvPr>
          <p:cNvSpPr txBox="1"/>
          <p:nvPr/>
        </p:nvSpPr>
        <p:spPr>
          <a:xfrm>
            <a:off x="7148048" y="2419430"/>
            <a:ext cx="4454014"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Facultades del servicio</a:t>
            </a:r>
          </a:p>
        </p:txBody>
      </p:sp>
      <p:sp>
        <p:nvSpPr>
          <p:cNvPr id="17" name="CuadroTexto 16">
            <a:extLst>
              <a:ext uri="{FF2B5EF4-FFF2-40B4-BE49-F238E27FC236}">
                <a16:creationId xmlns:a16="http://schemas.microsoft.com/office/drawing/2014/main" id="{BFF824C8-C558-CD37-24BC-9CC85E67ECE6}"/>
              </a:ext>
            </a:extLst>
          </p:cNvPr>
          <p:cNvSpPr txBox="1"/>
          <p:nvPr/>
        </p:nvSpPr>
        <p:spPr>
          <a:xfrm>
            <a:off x="7320117" y="2872019"/>
            <a:ext cx="4262282" cy="1384995"/>
          </a:xfrm>
          <a:prstGeom prst="rect">
            <a:avLst/>
          </a:prstGeom>
          <a:noFill/>
        </p:spPr>
        <p:txBody>
          <a:bodyPr wrap="square" rtlCol="0">
            <a:spAutoFit/>
          </a:bodyPr>
          <a:lstStyle/>
          <a:p>
            <a:r>
              <a:rPr lang="es-MX" sz="1200" dirty="0"/>
              <a:t>El Servicio podría evaluar la aplicación de la NGA , si se establece que la operación tuvo el efecto de afectar la base imponible del Impuesto Global Complementario que le hubiese correspondido al socio “A” de haber prestado los servicios profesionales directamente, y no a través de una sociedad en la que participa junto a otros socios.</a:t>
            </a:r>
            <a:endParaRPr lang="es-CL" sz="1200" dirty="0"/>
          </a:p>
        </p:txBody>
      </p:sp>
      <p:sp>
        <p:nvSpPr>
          <p:cNvPr id="18" name="CuadroTexto 17">
            <a:extLst>
              <a:ext uri="{FF2B5EF4-FFF2-40B4-BE49-F238E27FC236}">
                <a16:creationId xmlns:a16="http://schemas.microsoft.com/office/drawing/2014/main" id="{4BB2BA68-CC50-867C-56DB-4F43572890F2}"/>
              </a:ext>
            </a:extLst>
          </p:cNvPr>
          <p:cNvSpPr txBox="1"/>
          <p:nvPr/>
        </p:nvSpPr>
        <p:spPr>
          <a:xfrm>
            <a:off x="7143133" y="4297046"/>
            <a:ext cx="4458930"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Normativa aplicable</a:t>
            </a:r>
          </a:p>
        </p:txBody>
      </p:sp>
      <p:sp>
        <p:nvSpPr>
          <p:cNvPr id="19" name="CuadroTexto 18">
            <a:extLst>
              <a:ext uri="{FF2B5EF4-FFF2-40B4-BE49-F238E27FC236}">
                <a16:creationId xmlns:a16="http://schemas.microsoft.com/office/drawing/2014/main" id="{C3D22CFC-5994-CEDD-7E73-3082476BBEDC}"/>
              </a:ext>
            </a:extLst>
          </p:cNvPr>
          <p:cNvSpPr txBox="1"/>
          <p:nvPr/>
        </p:nvSpPr>
        <p:spPr>
          <a:xfrm>
            <a:off x="7143133" y="4768132"/>
            <a:ext cx="4439266" cy="1384995"/>
          </a:xfrm>
          <a:prstGeom prst="rect">
            <a:avLst/>
          </a:prstGeom>
          <a:noFill/>
        </p:spPr>
        <p:txBody>
          <a:bodyPr wrap="square" rtlCol="0">
            <a:spAutoFit/>
          </a:bodyPr>
          <a:lstStyle/>
          <a:p>
            <a:r>
              <a:rPr lang="es-MX" sz="1200" dirty="0"/>
              <a:t>▪ Artículo 42 N°2, 43 N°2 y 52 de la LIR. Del Impuesto Global Complementario.</a:t>
            </a:r>
          </a:p>
          <a:p>
            <a:r>
              <a:rPr lang="es-MX" sz="1200" dirty="0"/>
              <a:t>▪ Artículo 14, 20 y siguientes de la LIR. Impuesto de Primera Categoría y Regímenes Tributarios.</a:t>
            </a:r>
          </a:p>
          <a:p>
            <a:r>
              <a:rPr lang="es-MX" sz="1200" dirty="0"/>
              <a:t>▪ Artículo 2 </a:t>
            </a:r>
            <a:r>
              <a:rPr lang="es-MX" sz="1200" dirty="0" err="1"/>
              <a:t>N°</a:t>
            </a:r>
            <a:r>
              <a:rPr lang="es-MX" sz="1200" dirty="0"/>
              <a:t> 2 de la LIVS. Prestación de servicios gravados con IVA.</a:t>
            </a:r>
          </a:p>
          <a:p>
            <a:r>
              <a:rPr lang="es-MX" sz="1200" dirty="0"/>
              <a:t>▪ Artículo 4 bis, 4 ter y 4 </a:t>
            </a:r>
            <a:r>
              <a:rPr lang="es-MX" sz="1200" dirty="0" err="1"/>
              <a:t>quáter</a:t>
            </a:r>
            <a:r>
              <a:rPr lang="es-MX" sz="1200" dirty="0"/>
              <a:t> del Código Tributario.</a:t>
            </a:r>
            <a:endParaRPr lang="es-CL" sz="1200" dirty="0"/>
          </a:p>
        </p:txBody>
      </p:sp>
      <p:sp>
        <p:nvSpPr>
          <p:cNvPr id="23" name="Rectángulo 22">
            <a:extLst>
              <a:ext uri="{FF2B5EF4-FFF2-40B4-BE49-F238E27FC236}">
                <a16:creationId xmlns:a16="http://schemas.microsoft.com/office/drawing/2014/main" id="{FC68DE57-C3F6-96B2-1369-22D7A53E76D7}"/>
              </a:ext>
            </a:extLst>
          </p:cNvPr>
          <p:cNvSpPr/>
          <p:nvPr/>
        </p:nvSpPr>
        <p:spPr>
          <a:xfrm>
            <a:off x="589938" y="1378622"/>
            <a:ext cx="6157459" cy="948020"/>
          </a:xfrm>
          <a:prstGeom prst="rect">
            <a:avLst/>
          </a:prstGeom>
          <a:ln w="34925"/>
        </p:spPr>
        <p:style>
          <a:lnRef idx="2">
            <a:schemeClr val="accent6"/>
          </a:lnRef>
          <a:fillRef idx="1">
            <a:schemeClr val="lt1"/>
          </a:fillRef>
          <a:effectRef idx="0">
            <a:schemeClr val="accent6"/>
          </a:effectRef>
          <a:fontRef idx="minor">
            <a:schemeClr val="dk1"/>
          </a:fontRef>
        </p:style>
        <p:txBody>
          <a:bodyPr rtlCol="0" anchor="ctr"/>
          <a:lstStyle/>
          <a:p>
            <a:r>
              <a:rPr lang="es-MX" sz="1200" dirty="0">
                <a:solidFill>
                  <a:srgbClr val="002060"/>
                </a:solidFill>
              </a:rPr>
              <a:t>Si existen razones económicas o jurídicas relevantes distintas a las meramente tributarias para que los servicios que realiza uno de los socios, los materialice mediante la interposición de una sociedad, en la que participa con otros socios, que no prestan sus servicios, ni tienen algún otro rol estratégico dentro de la sociedad.</a:t>
            </a:r>
            <a:endParaRPr lang="es-CL" sz="1200" dirty="0">
              <a:solidFill>
                <a:srgbClr val="002060"/>
              </a:solidFill>
            </a:endParaRPr>
          </a:p>
        </p:txBody>
      </p:sp>
    </p:spTree>
    <p:extLst>
      <p:ext uri="{BB962C8B-B14F-4D97-AF65-F5344CB8AC3E}">
        <p14:creationId xmlns:p14="http://schemas.microsoft.com/office/powerpoint/2010/main" val="178500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CE9D92-DA71-4D12-B3BE-C47E72C9D15A}"/>
              </a:ext>
            </a:extLst>
          </p:cNvPr>
          <p:cNvSpPr>
            <a:spLocks noGrp="1"/>
          </p:cNvSpPr>
          <p:nvPr>
            <p:ph type="title"/>
          </p:nvPr>
        </p:nvSpPr>
        <p:spPr/>
        <p:txBody>
          <a:bodyPr/>
          <a:lstStyle/>
          <a:p>
            <a:r>
              <a:rPr lang="es-CL" dirty="0"/>
              <a:t>Alternativa</a:t>
            </a:r>
          </a:p>
        </p:txBody>
      </p:sp>
      <p:sp>
        <p:nvSpPr>
          <p:cNvPr id="3" name="Marcador de contenido 2">
            <a:extLst>
              <a:ext uri="{FF2B5EF4-FFF2-40B4-BE49-F238E27FC236}">
                <a16:creationId xmlns:a16="http://schemas.microsoft.com/office/drawing/2014/main" id="{72E73AD1-DC48-DF03-396A-F3F5B77C24CD}"/>
              </a:ext>
            </a:extLst>
          </p:cNvPr>
          <p:cNvSpPr>
            <a:spLocks noGrp="1"/>
          </p:cNvSpPr>
          <p:nvPr>
            <p:ph idx="1"/>
          </p:nvPr>
        </p:nvSpPr>
        <p:spPr/>
        <p:txBody>
          <a:bodyPr/>
          <a:lstStyle/>
          <a:p>
            <a:endParaRPr lang="es-CL"/>
          </a:p>
        </p:txBody>
      </p:sp>
      <p:sp>
        <p:nvSpPr>
          <p:cNvPr id="100" name="Panel100"/>
          <p:cNvSpPr/>
          <p:nvPr/>
        </p:nvSpPr>
        <p:spPr>
          <a:xfrm>
            <a:off x="6858000" y="2029968"/>
            <a:ext cx="5120640" cy="4626864"/>
          </a:xfrm>
          <a:prstGeom prst="rect">
            <a:avLst/>
          </a:prstGeom>
          <a:gradFill>
            <a:gsLst>
              <a:gs pos="0">
                <a:schemeClr val="dk1">
                  <a:tint val="55000"/>
                  <a:satMod val="105000"/>
                </a:schemeClr>
              </a:gs>
              <a:gs pos="100000">
                <a:schemeClr val="dk1">
                  <a:tint val="70000"/>
                  <a:satMod val="100000"/>
                </a:schemeClr>
              </a:gs>
            </a:gsLst>
            <a:lin ang="5400000" scaled="0"/>
          </a:gradFill>
        </p:spPr>
        <p:style>
          <a:lnRef idx="1">
            <a:schemeClr val="dk1"/>
          </a:lnRef>
          <a:fillRef idx="2">
            <a:schemeClr val="dk1"/>
          </a:fillRef>
          <a:effectRef idx="1">
            <a:schemeClr val="dk1"/>
          </a:effectRef>
          <a:fontRef idx="minor">
            <a:schemeClr val="dk1"/>
          </a:fontRef>
        </p:style>
        <p:txBody>
          <a:bodyPr/>
          <a:lstStyle/>
          <a:p>
            <a:endParaRPr lang="es-CL" dirty="0"/>
          </a:p>
        </p:txBody>
      </p:sp>
      <p:sp>
        <p:nvSpPr>
          <p:cNvPr id="101" name="TB101"/>
          <p:cNvSpPr txBox="1"/>
          <p:nvPr/>
        </p:nvSpPr>
        <p:spPr>
          <a:xfrm>
            <a:off x="6986016" y="2139696"/>
            <a:ext cx="4864607" cy="2148840"/>
          </a:xfrm>
          <a:prstGeom prst="rect">
            <a:avLst/>
          </a:prstGeom>
          <a:noFill/>
        </p:spPr>
        <p:txBody>
          <a:bodyPr wrap="square" rtlCol="0">
            <a:normAutofit/>
          </a:bodyPr>
          <a:lstStyle/>
          <a:p>
            <a:r>
              <a:rPr lang="es-CL" sz="1200" b="1" dirty="0">
                <a:solidFill>
                  <a:srgbClr val="FFC000"/>
                </a:solidFill>
              </a:rPr>
              <a:t>Consideraciones</a:t>
            </a:r>
          </a:p>
          <a:p>
            <a:endParaRPr lang="es-CL" sz="600" dirty="0"/>
          </a:p>
          <a:p>
            <a:r>
              <a:rPr lang="es-CL" sz="980" dirty="0">
                <a:solidFill>
                  <a:srgbClr val="FFFFFF"/>
                </a:solidFill>
              </a:rPr>
              <a:t>Para que cualquier alternativa sea</a:t>
            </a:r>
          </a:p>
          <a:p>
            <a:r>
              <a:rPr lang="es-CL" sz="980" dirty="0">
                <a:solidFill>
                  <a:srgbClr val="FFFFFF"/>
                </a:solidFill>
              </a:rPr>
              <a:t>válida frente a las NGA, el socio</a:t>
            </a:r>
          </a:p>
          <a:p>
            <a:r>
              <a:rPr lang="es-CL" sz="980" dirty="0">
                <a:solidFill>
                  <a:srgbClr val="FFFFFF"/>
                </a:solidFill>
              </a:rPr>
              <a:t>debe poder acreditar SUSTANCIA</a:t>
            </a:r>
          </a:p>
          <a:p>
            <a:r>
              <a:rPr lang="es-CL" sz="980" dirty="0">
                <a:solidFill>
                  <a:srgbClr val="FFFFFF"/>
                </a:solidFill>
              </a:rPr>
              <a:t>ECONÓMICA REAL:</a:t>
            </a:r>
          </a:p>
          <a:p>
            <a:r>
              <a:rPr lang="es-CL" sz="980" dirty="0">
                <a:solidFill>
                  <a:srgbClr val="FFFFFF"/>
                </a:solidFill>
              </a:rPr>
              <a:t/>
            </a:r>
          </a:p>
          <a:p>
            <a:r>
              <a:rPr lang="es-CL" sz="980" dirty="0">
                <a:solidFill>
                  <a:srgbClr val="FFFFFF"/>
                </a:solidFill>
              </a:rPr>
              <a:t>• Todos los socios deben ejercer su</a:t>
            </a:r>
          </a:p>
          <a:p>
            <a:r>
              <a:rPr lang="es-CL" sz="980" dirty="0">
                <a:solidFill>
                  <a:srgbClr val="FFFFFF"/>
                </a:solidFill>
              </a:rPr>
              <a:t>  profesión para la sociedad.</a:t>
            </a:r>
          </a:p>
          <a:p>
            <a:r>
              <a:rPr lang="es-CL" sz="980" dirty="0">
                <a:solidFill>
                  <a:srgbClr val="FFFFFF"/>
                </a:solidFill>
              </a:rPr>
              <a:t>• La distribución de utilidades debe</a:t>
            </a:r>
          </a:p>
          <a:p>
            <a:r>
              <a:rPr lang="es-CL" sz="980" dirty="0">
                <a:solidFill>
                  <a:srgbClr val="FFFFFF"/>
                </a:solidFill>
              </a:rPr>
              <a:t>  reflejar el aporte efectivo.</a:t>
            </a:r>
          </a:p>
          <a:p>
            <a:r>
              <a:rPr lang="es-CL" sz="980" dirty="0">
                <a:solidFill>
                  <a:srgbClr val="FFFFFF"/>
                </a:solidFill>
              </a:rPr>
              <a:t>• El capital debe ser significativo</a:t>
            </a:r>
          </a:p>
          <a:p>
            <a:r>
              <a:rPr lang="es-CL" sz="980" dirty="0">
                <a:solidFill>
                  <a:srgbClr val="FFFFFF"/>
                </a:solidFill>
              </a:rPr>
              <a:t>  respecto a los ingresos.</a:t>
            </a:r>
          </a:p>
        </p:txBody>
      </p:sp>
      <p:sp>
        <p:nvSpPr>
          <p:cNvPr id="102" name="TB102"/>
          <p:cNvSpPr txBox="1"/>
          <p:nvPr/>
        </p:nvSpPr>
        <p:spPr>
          <a:xfrm>
            <a:off x="6986016" y="4407408"/>
            <a:ext cx="4864607" cy="2148840"/>
          </a:xfrm>
          <a:prstGeom prst="rect">
            <a:avLst/>
          </a:prstGeom>
          <a:noFill/>
        </p:spPr>
        <p:txBody>
          <a:bodyPr wrap="square" rtlCol="0">
            <a:normAutofit/>
          </a:bodyPr>
          <a:lstStyle/>
          <a:p>
            <a:r>
              <a:rPr lang="es-CL" sz="1200" b="1" dirty="0">
                <a:solidFill>
                  <a:srgbClr val="FFC000"/>
                </a:solidFill>
              </a:rPr>
              <a:t>Normativa de referencia</a:t>
            </a:r>
          </a:p>
          <a:p>
            <a:endParaRPr lang="es-CL" sz="600" dirty="0"/>
          </a:p>
          <a:p>
            <a:r>
              <a:rPr lang="es-CL" sz="980" dirty="0">
                <a:solidFill>
                  <a:srgbClr val="FFFFFF"/>
                </a:solidFill>
              </a:rPr>
              <a:t>• Art. 42 N°2 LIR</a:t>
            </a:r>
          </a:p>
          <a:p>
            <a:r>
              <a:rPr lang="es-CL" sz="980" dirty="0">
                <a:solidFill>
                  <a:srgbClr val="FFFFFF"/>
                </a:solidFill>
              </a:rPr>
              <a:t>  Rentas 2ª categoría</a:t>
            </a:r>
          </a:p>
          <a:p>
            <a:r>
              <a:rPr lang="es-CL" sz="980" dirty="0">
                <a:solidFill>
                  <a:srgbClr val="FFFFFF"/>
                </a:solidFill>
              </a:rPr>
              <a:t>• Art. 14 D N°3 y N°8 LIR</a:t>
            </a:r>
          </a:p>
          <a:p>
            <a:r>
              <a:rPr lang="es-CL" sz="980" dirty="0">
                <a:solidFill>
                  <a:srgbClr val="FFFFFF"/>
                </a:solidFill>
              </a:rPr>
              <a:t>  Regímenes Pro Pyme</a:t>
            </a:r>
          </a:p>
          <a:p>
            <a:r>
              <a:rPr lang="es-CL" sz="980" dirty="0">
                <a:solidFill>
                  <a:srgbClr val="FFFFFF"/>
                </a:solidFill>
              </a:rPr>
              <a:t>• Arts. 4 bis y 4 ter CT</a:t>
            </a:r>
          </a:p>
          <a:p>
            <a:r>
              <a:rPr lang="es-CL" sz="980" dirty="0">
                <a:solidFill>
                  <a:srgbClr val="FFFFFF"/>
                </a:solidFill>
              </a:rPr>
              <a:t>  Normas generales antielusivas</a:t>
            </a:r>
          </a:p>
          <a:p>
            <a:r>
              <a:rPr lang="es-CL" sz="980" dirty="0">
                <a:solidFill>
                  <a:srgbClr val="FFFFFF"/>
                </a:solidFill>
              </a:rPr>
              <a:t>• Circ. N°21/1991 y N°50/2020 SII</a:t>
            </a:r>
          </a:p>
          <a:p>
            <a:r>
              <a:rPr lang="es-CL" sz="980" dirty="0">
                <a:solidFill>
                  <a:srgbClr val="FFFFFF"/>
                </a:solidFill>
              </a:rPr>
              <a:t>• Circ. N°65/2015 SII</a:t>
            </a:r>
          </a:p>
        </p:txBody>
      </p:sp>
      <p:sp>
        <p:nvSpPr>
          <p:cNvPr id="103" name="Hdr103"/>
          <p:cNvSpPr/>
          <p:nvPr/>
        </p:nvSpPr>
        <p:spPr>
          <a:xfrm>
            <a:off x="457200" y="2029968"/>
            <a:ext cx="6309360" cy="420624"/>
          </a:xfrm>
          <a:prstGeom prst="rect">
            <a:avLst/>
          </a:prstGeom>
          <a:solidFill>
            <a:schemeClr val="tx1">
              <a:alpha val="82000"/>
            </a:schemeClr>
          </a:solidFill>
        </p:spPr>
        <p:txBody>
          <a:bodyPr rtlCol="0" anchor="ctr"/>
          <a:lstStyle/>
          <a:p>
            <a:r>
              <a:rPr lang="es-CL" sz="1600" b="1" dirty="0">
                <a:solidFill>
                  <a:srgbClr val="FFC000"/>
                </a:solidFill>
              </a:rPr>
              <a:t>Alternativas de solución</a:t>
            </a:r>
          </a:p>
        </p:txBody>
      </p:sp>
      <p:sp>
        <p:nvSpPr>
          <p:cNvPr id="110" name="Rect110"/>
          <p:cNvSpPr/>
          <p:nvPr/>
        </p:nvSpPr>
        <p:spPr>
          <a:xfrm>
            <a:off x="457200" y="248716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Alt. 1 — Profesional independiente (Art. 42 N°2 LIR)</a:t>
            </a:r>
          </a:p>
        </p:txBody>
      </p:sp>
      <p:sp>
        <p:nvSpPr>
          <p:cNvPr id="111" name="Desc111"/>
          <p:cNvSpPr/>
          <p:nvPr/>
        </p:nvSpPr>
        <p:spPr>
          <a:xfrm>
            <a:off x="457200" y="2779776"/>
            <a:ext cx="6309360" cy="475488"/>
          </a:xfrm>
          <a:prstGeom prst="rect">
            <a:avLst/>
          </a:prstGeom>
          <a:solidFill>
            <a:schemeClr val="accent1">
              <a:tint val="20000"/>
            </a:schemeClr>
          </a:solidFill>
        </p:spPr>
        <p:txBody>
          <a:bodyPr rtlCol="0" anchor="ctr">
            <a:normAutofit/>
          </a:bodyPr>
          <a:lstStyle/>
          <a:p>
            <a:pPr marL="114300" indent="-114300"/>
            <a:r>
              <a:rPr lang="es-CL" sz="1000" dirty="0"/>
              <a:t>A ejerce como persona natural, emite boletas de honorarios. Puede deducir gastos efectivos o presuntos (30%, tope 15 UTA). Paga IGC sobre el total. Sin riesgo NGA.</a:t>
            </a:r>
          </a:p>
        </p:txBody>
      </p:sp>
      <p:sp>
        <p:nvSpPr>
          <p:cNvPr id="112" name="Rect112"/>
          <p:cNvSpPr/>
          <p:nvPr/>
        </p:nvSpPr>
        <p:spPr>
          <a:xfrm>
            <a:off x="457200" y="331012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Alt. 2 — Sociedad de profesionales con socios que trabajen</a:t>
            </a:r>
          </a:p>
        </p:txBody>
      </p:sp>
      <p:sp>
        <p:nvSpPr>
          <p:cNvPr id="113" name="Desc113"/>
          <p:cNvSpPr/>
          <p:nvPr/>
        </p:nvSpPr>
        <p:spPr>
          <a:xfrm>
            <a:off x="457200" y="3602736"/>
            <a:ext cx="6309360" cy="475488"/>
          </a:xfrm>
          <a:prstGeom prst="rect">
            <a:avLst/>
          </a:prstGeom>
          <a:solidFill>
            <a:schemeClr val="accent1">
              <a:tint val="20000"/>
            </a:schemeClr>
          </a:solidFill>
        </p:spPr>
        <p:txBody>
          <a:bodyPr rtlCol="0" anchor="ctr">
            <a:normAutofit/>
          </a:bodyPr>
          <a:lstStyle/>
          <a:p>
            <a:pPr marL="114300" indent="-114300"/>
            <a:r>
              <a:rPr lang="es-CL" sz="1000" dirty="0"/>
              <a:t>A se asocia con profesionales que efectivamente presten servicios para la sociedad. D califica legítimamente bajo Art. 42 N°2 inc. 3° LIR.</a:t>
            </a:r>
          </a:p>
        </p:txBody>
      </p:sp>
      <p:sp>
        <p:nvSpPr>
          <p:cNvPr id="114" name="Rect114"/>
          <p:cNvSpPr/>
          <p:nvPr/>
        </p:nvSpPr>
        <p:spPr>
          <a:xfrm>
            <a:off x="457200" y="413308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Alt. 3 — Distribución proporcional al trabajo real</a:t>
            </a:r>
          </a:p>
        </p:txBody>
      </p:sp>
      <p:sp>
        <p:nvSpPr>
          <p:cNvPr id="115" name="Desc115"/>
          <p:cNvSpPr/>
          <p:nvPr/>
        </p:nvSpPr>
        <p:spPr>
          <a:xfrm>
            <a:off x="457200" y="4425696"/>
            <a:ext cx="6309360" cy="475488"/>
          </a:xfrm>
          <a:prstGeom prst="rect">
            <a:avLst/>
          </a:prstGeom>
          <a:solidFill>
            <a:schemeClr val="accent1">
              <a:tint val="20000"/>
            </a:schemeClr>
          </a:solidFill>
        </p:spPr>
        <p:txBody>
          <a:bodyPr rtlCol="0" anchor="ctr">
            <a:normAutofit/>
          </a:bodyPr>
          <a:lstStyle/>
          <a:p>
            <a:pPr marL="114300" indent="-114300"/>
            <a:r>
              <a:rPr lang="es-CL" sz="1000" dirty="0"/>
              <a:t>Estatutos con participación diferenciada (ej. A 90%, B 5%, C 5%) o sueldo patronal previo al reparto. La distribución debe reflejar el aporte efectivo de cada socio.</a:t>
            </a:r>
          </a:p>
        </p:txBody>
      </p:sp>
      <p:sp>
        <p:nvSpPr>
          <p:cNvPr id="116" name="Rect116"/>
          <p:cNvSpPr/>
          <p:nvPr/>
        </p:nvSpPr>
        <p:spPr>
          <a:xfrm>
            <a:off x="457200" y="495604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Alt. 4 — SpA — régimen Pro Pyme General (Art. 14 D N°3 LIR)</a:t>
            </a:r>
          </a:p>
        </p:txBody>
      </p:sp>
      <p:sp>
        <p:nvSpPr>
          <p:cNvPr id="117" name="Desc117"/>
          <p:cNvSpPr/>
          <p:nvPr/>
        </p:nvSpPr>
        <p:spPr>
          <a:xfrm>
            <a:off x="457200" y="5248656"/>
            <a:ext cx="6309360" cy="475488"/>
          </a:xfrm>
          <a:prstGeom prst="rect">
            <a:avLst/>
          </a:prstGeom>
          <a:solidFill>
            <a:schemeClr val="accent1">
              <a:tint val="20000"/>
            </a:schemeClr>
          </a:solidFill>
        </p:spPr>
        <p:txBody>
          <a:bodyPr rtlCol="0" anchor="ctr">
            <a:normAutofit/>
          </a:bodyPr>
          <a:lstStyle/>
          <a:p>
            <a:pPr marL="114300" indent="-114300"/>
            <a:r>
              <a:rPr lang="es-CL" sz="1000" dirty="0"/>
              <a:t>SpA con IDPC al 25%. Permite planificación de retiros y reinversión. No tiene las restricciones de la sociedad de profesionales, pero exige sustancia económica real.</a:t>
            </a:r>
          </a:p>
        </p:txBody>
      </p:sp>
      <p:sp>
        <p:nvSpPr>
          <p:cNvPr id="118" name="Rect118"/>
          <p:cNvSpPr/>
          <p:nvPr/>
        </p:nvSpPr>
        <p:spPr>
          <a:xfrm>
            <a:off x="457200" y="577900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Alt. 5 — Régimen Pro Pyme Transparente (Art. 14 D N°8 LIR)</a:t>
            </a:r>
          </a:p>
        </p:txBody>
      </p:sp>
      <p:sp>
        <p:nvSpPr>
          <p:cNvPr id="119" name="Desc119"/>
          <p:cNvSpPr/>
          <p:nvPr/>
        </p:nvSpPr>
        <p:spPr>
          <a:xfrm>
            <a:off x="457200" y="6071616"/>
            <a:ext cx="6309360" cy="475488"/>
          </a:xfrm>
          <a:prstGeom prst="rect">
            <a:avLst/>
          </a:prstGeom>
          <a:solidFill>
            <a:schemeClr val="accent1">
              <a:tint val="20000"/>
            </a:schemeClr>
          </a:solidFill>
        </p:spPr>
        <p:txBody>
          <a:bodyPr rtlCol="0" anchor="ctr">
            <a:normAutofit/>
          </a:bodyPr>
          <a:lstStyle/>
          <a:p>
            <a:pPr marL="114300" indent="-114300"/>
            <a:r>
              <a:rPr lang="es-CL" sz="1000" dirty="0"/>
              <a:t>La empresa no paga IDPC; socios tributan con IGC directo. Válido solo si B y C aportan sustancia real — de lo contrario el SII igualmente puede aplicar las NGA.</a:t>
            </a:r>
          </a:p>
        </p:txBody>
      </p:sp>
    </p:spTree>
    <p:extLst>
      <p:ext uri="{BB962C8B-B14F-4D97-AF65-F5344CB8AC3E}">
        <p14:creationId xmlns:p14="http://schemas.microsoft.com/office/powerpoint/2010/main" val="3312754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6D7DB9-B79E-46F5-553B-A1A82460E121}"/>
              </a:ext>
            </a:extLst>
          </p:cNvPr>
          <p:cNvSpPr>
            <a:spLocks noGrp="1"/>
          </p:cNvSpPr>
          <p:nvPr>
            <p:ph type="title"/>
          </p:nvPr>
        </p:nvSpPr>
        <p:spPr/>
        <p:txBody>
          <a:bodyPr/>
          <a:lstStyle/>
          <a:p>
            <a:r>
              <a:rPr lang="es-CL" dirty="0"/>
              <a:t>Conclusión</a:t>
            </a:r>
          </a:p>
        </p:txBody>
      </p:sp>
      <p:sp>
        <p:nvSpPr>
          <p:cNvPr id="200" name="Panel200"/>
          <p:cNvSpPr/>
          <p:nvPr/>
        </p:nvSpPr>
        <p:spPr>
          <a:xfrm>
            <a:off x="6858000" y="2029968"/>
            <a:ext cx="5120640" cy="4626864"/>
          </a:xfrm>
          <a:prstGeom prst="rect">
            <a:avLst/>
          </a:prstGeom>
          <a:gradFill>
            <a:gsLst>
              <a:gs pos="0">
                <a:schemeClr val="dk1">
                  <a:tint val="55000"/>
                  <a:satMod val="105000"/>
                </a:schemeClr>
              </a:gs>
              <a:gs pos="100000">
                <a:schemeClr val="dk1">
                  <a:tint val="70000"/>
                  <a:satMod val="100000"/>
                </a:schemeClr>
              </a:gs>
            </a:gsLst>
            <a:lin ang="5400000" scaled="0"/>
          </a:gradFill>
        </p:spPr>
        <p:style>
          <a:lnRef idx="1">
            <a:schemeClr val="dk1"/>
          </a:lnRef>
          <a:fillRef idx="2">
            <a:schemeClr val="dk1"/>
          </a:fillRef>
          <a:effectRef idx="1">
            <a:schemeClr val="dk1"/>
          </a:effectRef>
          <a:fontRef idx="minor">
            <a:schemeClr val="dk1"/>
          </a:fontRef>
        </p:style>
        <p:txBody>
          <a:bodyPr/>
          <a:lstStyle/>
          <a:p>
            <a:endParaRPr lang="es-CL" dirty="0"/>
          </a:p>
        </p:txBody>
      </p:sp>
      <p:sp>
        <p:nvSpPr>
          <p:cNvPr id="201" name="TB201"/>
          <p:cNvSpPr txBox="1"/>
          <p:nvPr/>
        </p:nvSpPr>
        <p:spPr>
          <a:xfrm>
            <a:off x="6986016" y="2139696"/>
            <a:ext cx="4864607" cy="2560320"/>
          </a:xfrm>
          <a:prstGeom prst="rect">
            <a:avLst/>
          </a:prstGeom>
          <a:noFill/>
        </p:spPr>
        <p:txBody>
          <a:bodyPr wrap="square" rtlCol="0">
            <a:normAutofit/>
          </a:bodyPr>
          <a:lstStyle/>
          <a:p>
            <a:r>
              <a:rPr lang="es-CL" sz="1200" b="1" dirty="0">
                <a:solidFill>
                  <a:srgbClr val="FFC000"/>
                </a:solidFill>
              </a:rPr>
              <a:t>Posición del Grupo 4</a:t>
            </a:r>
          </a:p>
          <a:p>
            <a:endParaRPr lang="es-CL" sz="600" dirty="0"/>
          </a:p>
          <a:p>
            <a:r>
              <a:rPr lang="es-CL" sz="980" dirty="0">
                <a:solidFill>
                  <a:srgbClr val="FFFFFF"/>
                </a:solidFill>
              </a:rPr>
              <a:t>El Caso 86 configura ABUSO de</a:t>
            </a:r>
          </a:p>
          <a:p>
            <a:r>
              <a:rPr lang="es-CL" sz="980" dirty="0">
                <a:solidFill>
                  <a:srgbClr val="FFFFFF"/>
                </a:solidFill>
              </a:rPr>
              <a:t>formas jurídicas (Art. 4 ter CT).</a:t>
            </a:r>
          </a:p>
          <a:p>
            <a:r>
              <a:rPr lang="es-CL" sz="980" dirty="0">
                <a:solidFill>
                  <a:srgbClr val="FFFFFF"/>
                </a:solidFill>
              </a:rPr>
              <a:t/>
            </a:r>
          </a:p>
          <a:p>
            <a:r>
              <a:rPr lang="es-CL" sz="980" dirty="0">
                <a:solidFill>
                  <a:srgbClr val="FFFFFF"/>
                </a:solidFill>
              </a:rPr>
              <a:t>NO es simulación: los actos son</a:t>
            </a:r>
          </a:p>
          <a:p>
            <a:r>
              <a:rPr lang="es-CL" sz="980" dirty="0">
                <a:solidFill>
                  <a:srgbClr val="FFFFFF"/>
                </a:solidFill>
              </a:rPr>
              <a:t>reales, pero la forma jurídica es</a:t>
            </a:r>
          </a:p>
          <a:p>
            <a:r>
              <a:rPr lang="es-CL" sz="980" dirty="0">
                <a:solidFill>
                  <a:srgbClr val="FFFFFF"/>
                </a:solidFill>
              </a:rPr>
              <a:t>inapropiada — el único efecto</a:t>
            </a:r>
          </a:p>
          <a:p>
            <a:r>
              <a:rPr lang="es-CL" sz="980" dirty="0">
                <a:solidFill>
                  <a:srgbClr val="FFFFFF"/>
                </a:solidFill>
              </a:rPr>
              <a:t>relevante es tributario.</a:t>
            </a:r>
          </a:p>
          <a:p>
            <a:r>
              <a:rPr lang="es-CL" sz="980" dirty="0">
                <a:solidFill>
                  <a:srgbClr val="FFFFFF"/>
                </a:solidFill>
              </a:rPr>
              <a:t/>
            </a:r>
          </a:p>
          <a:p>
            <a:r>
              <a:rPr lang="es-CL" sz="980" dirty="0">
                <a:solidFill>
                  <a:srgbClr val="FFFFFF"/>
                </a:solidFill>
              </a:rPr>
              <a:t>Integrantes:</a:t>
            </a:r>
          </a:p>
          <a:p>
            <a:r>
              <a:rPr lang="es-CL" sz="980" dirty="0">
                <a:solidFill>
                  <a:srgbClr val="FFFFFF"/>
                </a:solidFill>
              </a:rPr>
              <a:t>  Andrea Añasco</a:t>
            </a:r>
          </a:p>
          <a:p>
            <a:r>
              <a:rPr lang="es-CL" sz="980" dirty="0">
                <a:solidFill>
                  <a:srgbClr val="FFFFFF"/>
                </a:solidFill>
              </a:rPr>
              <a:t>  Gema Sepúlveda</a:t>
            </a:r>
          </a:p>
          <a:p>
            <a:r>
              <a:rPr lang="es-CL" sz="980" dirty="0">
                <a:solidFill>
                  <a:srgbClr val="FFFFFF"/>
                </a:solidFill>
              </a:rPr>
              <a:t>  Karen Rebolledo</a:t>
            </a:r>
          </a:p>
          <a:p>
            <a:r>
              <a:rPr lang="es-CL" sz="980" dirty="0">
                <a:solidFill>
                  <a:srgbClr val="FFFFFF"/>
                </a:solidFill>
              </a:rPr>
              <a:t>  Nicolás Muñoz</a:t>
            </a:r>
          </a:p>
        </p:txBody>
      </p:sp>
      <p:sp>
        <p:nvSpPr>
          <p:cNvPr id="202" name="TB202"/>
          <p:cNvSpPr txBox="1"/>
          <p:nvPr/>
        </p:nvSpPr>
        <p:spPr>
          <a:xfrm>
            <a:off x="6986016" y="4818888"/>
            <a:ext cx="4864607" cy="1737360"/>
          </a:xfrm>
          <a:prstGeom prst="rect">
            <a:avLst/>
          </a:prstGeom>
          <a:noFill/>
        </p:spPr>
        <p:txBody>
          <a:bodyPr wrap="square" rtlCol="0">
            <a:normAutofit/>
          </a:bodyPr>
          <a:lstStyle/>
          <a:p>
            <a:r>
              <a:rPr lang="es-CL" sz="1200" b="1" dirty="0">
                <a:solidFill>
                  <a:srgbClr val="FFC000"/>
                </a:solidFill>
              </a:rPr>
              <a:t>Norma aplicada</a:t>
            </a:r>
          </a:p>
          <a:p>
            <a:endParaRPr lang="es-CL" sz="600" dirty="0"/>
          </a:p>
          <a:p>
            <a:r>
              <a:rPr lang="es-CL" sz="980" dirty="0">
                <a:solidFill>
                  <a:srgbClr val="FFFFFF"/>
                </a:solidFill>
              </a:rPr>
              <a:t>• Art. 4 ter CT — Abuso</a:t>
            </a:r>
          </a:p>
          <a:p>
            <a:r>
              <a:rPr lang="es-CL" sz="980" dirty="0">
                <a:solidFill>
                  <a:srgbClr val="FFFFFF"/>
                </a:solidFill>
              </a:rPr>
              <a:t>• Art. 4 quinquies CT — Procedimiento</a:t>
            </a:r>
          </a:p>
          <a:p>
            <a:r>
              <a:rPr lang="es-CL" sz="980" dirty="0">
                <a:solidFill>
                  <a:srgbClr val="FFFFFF"/>
                </a:solidFill>
              </a:rPr>
              <a:t>• Art. 42 N°2 LIR</a:t>
            </a:r>
          </a:p>
          <a:p>
            <a:r>
              <a:rPr lang="es-CL" sz="980" dirty="0">
                <a:solidFill>
                  <a:srgbClr val="FFFFFF"/>
                </a:solidFill>
              </a:rPr>
              <a:t>• Circ. N°21/1991 y N°50/2020 SII</a:t>
            </a:r>
          </a:p>
          <a:p>
            <a:r>
              <a:rPr lang="es-CL" sz="980" dirty="0">
                <a:solidFill>
                  <a:srgbClr val="FFFFFF"/>
                </a:solidFill>
              </a:rPr>
              <a:t>• Ley N°20.780 y Ley N°21.210</a:t>
            </a:r>
          </a:p>
        </p:txBody>
      </p:sp>
      <p:sp>
        <p:nvSpPr>
          <p:cNvPr id="203" name="Hdr203"/>
          <p:cNvSpPr/>
          <p:nvPr/>
        </p:nvSpPr>
        <p:spPr>
          <a:xfrm>
            <a:off x="457200" y="2029968"/>
            <a:ext cx="6309360" cy="420624"/>
          </a:xfrm>
          <a:prstGeom prst="rect">
            <a:avLst/>
          </a:prstGeom>
          <a:solidFill>
            <a:schemeClr val="tx1">
              <a:alpha val="82000"/>
            </a:schemeClr>
          </a:solidFill>
        </p:spPr>
        <p:txBody>
          <a:bodyPr rtlCol="0" anchor="ctr"/>
          <a:lstStyle/>
          <a:p>
            <a:r>
              <a:rPr lang="es-CL" sz="1600" b="1" dirty="0">
                <a:solidFill>
                  <a:srgbClr val="FFC000"/>
                </a:solidFill>
              </a:rPr>
              <a:t>Síntesis del análisis — Caso 86</a:t>
            </a:r>
          </a:p>
        </p:txBody>
      </p:sp>
      <p:sp>
        <p:nvSpPr>
          <p:cNvPr id="210" name="Rect210"/>
          <p:cNvSpPr/>
          <p:nvPr/>
        </p:nvSpPr>
        <p:spPr>
          <a:xfrm>
            <a:off x="457200" y="248716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1. ABUSO de formas jurídicas — Art. 4 ter CT</a:t>
            </a:r>
          </a:p>
        </p:txBody>
      </p:sp>
      <p:sp>
        <p:nvSpPr>
          <p:cNvPr id="211" name="Desc211"/>
          <p:cNvSpPr/>
          <p:nvPr/>
        </p:nvSpPr>
        <p:spPr>
          <a:xfrm>
            <a:off x="457200" y="2779776"/>
            <a:ext cx="6309360" cy="475488"/>
          </a:xfrm>
          <a:prstGeom prst="rect">
            <a:avLst/>
          </a:prstGeom>
          <a:solidFill>
            <a:schemeClr val="accent1">
              <a:tint val="20000"/>
            </a:schemeClr>
          </a:solidFill>
        </p:spPr>
        <p:txBody>
          <a:bodyPr rtlCol="0" anchor="ctr">
            <a:normAutofit/>
          </a:bodyPr>
          <a:lstStyle/>
          <a:p>
            <a:pPr marL="114300" indent="-114300"/>
            <a:r>
              <a:rPr lang="es-CL" sz="1000" dirty="0"/>
              <a:t>El esquema usa la figura de sociedad de profesionales de forma inapropiada. Los actos son reales, pero el único efecto relevante distinto del tributario es ninguno.</a:t>
            </a:r>
          </a:p>
        </p:txBody>
      </p:sp>
      <p:sp>
        <p:nvSpPr>
          <p:cNvPr id="212" name="Rect212"/>
          <p:cNvSpPr/>
          <p:nvPr/>
        </p:nvSpPr>
        <p:spPr>
          <a:xfrm>
            <a:off x="457200" y="331012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2. La sociedad D no califica como sociedad de profesionales</a:t>
            </a:r>
          </a:p>
        </p:txBody>
      </p:sp>
      <p:sp>
        <p:nvSpPr>
          <p:cNvPr id="213" name="Desc213"/>
          <p:cNvSpPr/>
          <p:nvPr/>
        </p:nvSpPr>
        <p:spPr>
          <a:xfrm>
            <a:off x="457200" y="3602736"/>
            <a:ext cx="6309360" cy="475488"/>
          </a:xfrm>
          <a:prstGeom prst="rect">
            <a:avLst/>
          </a:prstGeom>
          <a:solidFill>
            <a:schemeClr val="accent1">
              <a:tint val="20000"/>
            </a:schemeClr>
          </a:solidFill>
        </p:spPr>
        <p:txBody>
          <a:bodyPr rtlCol="0" anchor="ctr">
            <a:normAutofit/>
          </a:bodyPr>
          <a:lstStyle/>
          <a:p>
            <a:pPr marL="114300" indent="-114300"/>
            <a:r>
              <a:rPr lang="es-CL" sz="1000" dirty="0"/>
              <a:t>B y C no ejercen su profesión para D, incumpliendo el requisito copulativo de las Circulares N°21/1991 y N°50/2020 del SII.</a:t>
            </a:r>
          </a:p>
        </p:txBody>
      </p:sp>
      <p:sp>
        <p:nvSpPr>
          <p:cNvPr id="214" name="Rect214"/>
          <p:cNvSpPr/>
          <p:nvPr/>
        </p:nvSpPr>
        <p:spPr>
          <a:xfrm>
            <a:off x="457200" y="413308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3. El SII puede requerir declaración de abuso al TTA</a:t>
            </a:r>
          </a:p>
        </p:txBody>
      </p:sp>
      <p:sp>
        <p:nvSpPr>
          <p:cNvPr id="215" name="Desc215"/>
          <p:cNvSpPr/>
          <p:nvPr/>
        </p:nvSpPr>
        <p:spPr>
          <a:xfrm>
            <a:off x="457200" y="4425696"/>
            <a:ext cx="6309360" cy="475488"/>
          </a:xfrm>
          <a:prstGeom prst="rect">
            <a:avLst/>
          </a:prstGeom>
          <a:solidFill>
            <a:schemeClr val="accent1">
              <a:tint val="20000"/>
            </a:schemeClr>
          </a:solidFill>
        </p:spPr>
        <p:txBody>
          <a:bodyPr rtlCol="0" anchor="ctr">
            <a:normAutofit/>
          </a:bodyPr>
          <a:lstStyle/>
          <a:p>
            <a:pPr marL="114300" indent="-114300"/>
            <a:r>
              <a:rPr lang="es-CL" sz="1000" dirty="0"/>
              <a:t>Art. 4 quinquies CT: el Director del SII puede pedir al Tribunal Tributario y Aduanero la declaración de abuso → recalificación + intereses + multas.</a:t>
            </a:r>
          </a:p>
        </p:txBody>
      </p:sp>
      <p:sp>
        <p:nvSpPr>
          <p:cNvPr id="216" name="Rect216"/>
          <p:cNvSpPr/>
          <p:nvPr/>
        </p:nvSpPr>
        <p:spPr>
          <a:xfrm>
            <a:off x="457200" y="495604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4. Existen alternativas legítimas de organización</a:t>
            </a:r>
          </a:p>
        </p:txBody>
      </p:sp>
      <p:sp>
        <p:nvSpPr>
          <p:cNvPr id="217" name="Desc217"/>
          <p:cNvSpPr/>
          <p:nvPr/>
        </p:nvSpPr>
        <p:spPr>
          <a:xfrm>
            <a:off x="457200" y="5248656"/>
            <a:ext cx="6309360" cy="475488"/>
          </a:xfrm>
          <a:prstGeom prst="rect">
            <a:avLst/>
          </a:prstGeom>
          <a:solidFill>
            <a:schemeClr val="accent1">
              <a:tint val="20000"/>
            </a:schemeClr>
          </a:solidFill>
        </p:spPr>
        <p:txBody>
          <a:bodyPr rtlCol="0" anchor="ctr">
            <a:normAutofit/>
          </a:bodyPr>
          <a:lstStyle/>
          <a:p>
            <a:pPr marL="114300" indent="-114300"/>
            <a:r>
              <a:rPr lang="es-CL" sz="1000" dirty="0"/>
              <a:t>Profesional independiente, sociedad de profesionales con socios reales, SpA Pro Pyme (14 D N°3) o distribución de utilidades proporcional al trabajo.</a:t>
            </a:r>
          </a:p>
        </p:txBody>
      </p:sp>
      <p:sp>
        <p:nvSpPr>
          <p:cNvPr id="218" name="Rect218"/>
          <p:cNvSpPr/>
          <p:nvPr/>
        </p:nvSpPr>
        <p:spPr>
          <a:xfrm>
            <a:off x="457200" y="5779008"/>
            <a:ext cx="6309360" cy="2926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s-CL" sz="1100" dirty="0">
                <a:b>1</a:b>
              </a:rPr>
              <a:t>5. La clave: sustancia económica real</a:t>
            </a:r>
          </a:p>
        </p:txBody>
      </p:sp>
      <p:sp>
        <p:nvSpPr>
          <p:cNvPr id="219" name="Desc219"/>
          <p:cNvSpPr/>
          <p:nvPr/>
        </p:nvSpPr>
        <p:spPr>
          <a:xfrm>
            <a:off x="457200" y="6071616"/>
            <a:ext cx="6309360" cy="475488"/>
          </a:xfrm>
          <a:prstGeom prst="rect">
            <a:avLst/>
          </a:prstGeom>
          <a:solidFill>
            <a:schemeClr val="accent1">
              <a:tint val="20000"/>
            </a:schemeClr>
          </a:solidFill>
        </p:spPr>
        <p:txBody>
          <a:bodyPr rtlCol="0" anchor="ctr">
            <a:normAutofit/>
          </a:bodyPr>
          <a:lstStyle/>
          <a:p>
            <a:pPr marL="114300" indent="-114300"/>
            <a:r>
              <a:rPr lang="es-CL" sz="1000" dirty="0"/>
              <a:t>Toda estructura debe demostrar que los socios aportan trabajo, capital, clientela o dirección efectiva. La forma jurídica por sí sola no es suficiente frente a NGA.</a:t>
            </a:r>
          </a:p>
        </p:txBody>
      </p:sp>
    </p:spTree>
    <p:extLst>
      <p:ext uri="{BB962C8B-B14F-4D97-AF65-F5344CB8AC3E}">
        <p14:creationId xmlns:p14="http://schemas.microsoft.com/office/powerpoint/2010/main" val="257602518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vonVTI">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Savon">
      <a:majorFont>
        <a:latin typeface="Sagona ExtraLight"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agona Book"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Office_44286040_TF78829772.potx" id="{885EEA19-6232-4FAB-AE6E-128921E3D383}" vid="{A7A3065A-484E-47A3-B155-47A3F643A419}"/>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themeOverride>
</file>

<file path=ppt/theme/themeOverride2.xml><?xml version="1.0" encoding="utf-8"?>
<a:themeOverride xmlns:a="http://schemas.openxmlformats.org/drawingml/2006/main">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AE2713E1-6312-427E-BFCB-C5A5DA301373}">
  <ds:schemaRefs>
    <ds:schemaRef ds:uri="http://schemas.microsoft.com/sharepoint/v3/contenttype/forms"/>
  </ds:schemaRefs>
</ds:datastoreItem>
</file>

<file path=customXml/itemProps2.xml><?xml version="1.0" encoding="utf-8"?>
<ds:datastoreItem xmlns:ds="http://schemas.openxmlformats.org/officeDocument/2006/customXml" ds:itemID="{50DB95DD-0319-4EE5-8C5C-9CEDF75E02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2F3B215-496E-4790-A364-7C1C46DEC771}">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{9D4063CC-3705-49D4-A492-F1B72A5A833E}TF029381d7-1900-4cf6-a601-bb0184aacdba71169241_win32-e59438c5e8f3</Template>
  <TotalTime>353</TotalTime>
  <Words>894</Words>
  <Application>Microsoft Office PowerPoint</Application>
  <PresentationFormat>Panorámica</PresentationFormat>
  <Paragraphs>81</Paragraphs>
  <Slides>8</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vt:i4>
      </vt:variant>
    </vt:vector>
  </HeadingPairs>
  <TitlesOfParts>
    <vt:vector size="15" baseType="lpstr">
      <vt:lpstr>Arial</vt:lpstr>
      <vt:lpstr>Calibri</vt:lpstr>
      <vt:lpstr>Garamond</vt:lpstr>
      <vt:lpstr>Sagona Book</vt:lpstr>
      <vt:lpstr>Sagona ExtraLight</vt:lpstr>
      <vt:lpstr>Times New Roman</vt:lpstr>
      <vt:lpstr>SavonVTI</vt:lpstr>
      <vt:lpstr>Análisis Catálogo de Esquemas Tributarios</vt:lpstr>
      <vt:lpstr>Prestación de servicios profesionales a través de una sociedad de profesionales en la que los servicios son prestados por uno de los socios, mientras que el retiro de utilidades se efectúa por todos los socios.</vt:lpstr>
      <vt:lpstr>Indice</vt:lpstr>
      <vt:lpstr>Análisis del caso 86</vt:lpstr>
      <vt:lpstr>Descripción del esquema - Planificación. </vt:lpstr>
      <vt:lpstr>Puntos de análisis del SII. </vt:lpstr>
      <vt:lpstr>Alternativa</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karen rebolledo</dc:creator>
  <cp:lastModifiedBy>karen rebolledo</cp:lastModifiedBy>
  <cp:revision>1</cp:revision>
  <dcterms:created xsi:type="dcterms:W3CDTF">2026-05-20T16:46:50Z</dcterms:created>
  <dcterms:modified xsi:type="dcterms:W3CDTF">2026-05-20T22:39:52Z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